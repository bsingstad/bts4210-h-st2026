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7" r:id="rId1"/>
    <p:sldMasterId id="2147483678" r:id="rId2"/>
  </p:sldMasterIdLst>
  <p:notesMasterIdLst>
    <p:notesMasterId r:id="rId29"/>
  </p:notesMasterIdLst>
  <p:sldIdLst>
    <p:sldId id="256" r:id="rId3"/>
    <p:sldId id="291" r:id="rId4"/>
    <p:sldId id="299" r:id="rId5"/>
    <p:sldId id="292" r:id="rId6"/>
    <p:sldId id="293" r:id="rId7"/>
    <p:sldId id="294" r:id="rId8"/>
    <p:sldId id="295" r:id="rId9"/>
    <p:sldId id="259" r:id="rId10"/>
    <p:sldId id="260" r:id="rId11"/>
    <p:sldId id="261" r:id="rId12"/>
    <p:sldId id="269" r:id="rId13"/>
    <p:sldId id="271" r:id="rId14"/>
    <p:sldId id="266" r:id="rId15"/>
    <p:sldId id="296" r:id="rId16"/>
    <p:sldId id="273" r:id="rId17"/>
    <p:sldId id="274" r:id="rId18"/>
    <p:sldId id="276" r:id="rId19"/>
    <p:sldId id="297" r:id="rId20"/>
    <p:sldId id="279" r:id="rId21"/>
    <p:sldId id="280" r:id="rId22"/>
    <p:sldId id="282" r:id="rId23"/>
    <p:sldId id="283" r:id="rId24"/>
    <p:sldId id="284" r:id="rId25"/>
    <p:sldId id="286" r:id="rId26"/>
    <p:sldId id="287" r:id="rId27"/>
    <p:sldId id="290" r:id="rId2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ddels stil 2 – uthev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7" autoAdjust="0"/>
    <p:restoredTop sz="76068" autoAdjust="0"/>
  </p:normalViewPr>
  <p:slideViewPr>
    <p:cSldViewPr snapToGrid="0">
      <p:cViewPr varScale="1">
        <p:scale>
          <a:sx n="62" d="100"/>
          <a:sy n="62" d="100"/>
        </p:scale>
        <p:origin x="148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Se 01_datatyper.ipynb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99438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02_utvalg.ipynb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456419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03_Normalfordelingen.ipynb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3268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Simpsons paradoks tegn på tavla</a:t>
            </a:r>
          </a:p>
          <a:p>
            <a:endParaRPr lang="nb-NO" dirty="0"/>
          </a:p>
          <a:p>
            <a:r>
              <a:rPr lang="nb-NO" dirty="0"/>
              <a:t>04_korrelasjon.ipynb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370545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05_hypotesetesting_og_ttest.ipynb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722022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06_ikke_parametrisk_og_chi2.ipynb</a:t>
            </a:r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257917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07_phack_og_modellsammenligning.ipynb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40223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bg>
      <p:bgPr>
        <a:solidFill>
          <a:srgbClr val="7800F0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9353193" y="4129914"/>
            <a:ext cx="2468609" cy="27280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34950" algn="l">
              <a:lnSpc>
                <a:spcPct val="2660000"/>
              </a:lnSpc>
              <a:spcBef>
                <a:spcPts val="2000"/>
              </a:spcBef>
              <a:spcAft>
                <a:spcPts val="0"/>
              </a:spcAft>
              <a:buClr>
                <a:srgbClr val="020000"/>
              </a:buClr>
              <a:buSzPts val="100"/>
              <a:buChar char="•"/>
              <a:defRPr sz="100">
                <a:solidFill>
                  <a:srgbClr val="020000"/>
                </a:solidFill>
              </a:defRPr>
            </a:lvl1pPr>
            <a:lvl2pPr marL="914400" lvl="1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2pPr>
            <a:lvl3pPr marL="1371600" lvl="2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3pPr>
            <a:lvl4pPr marL="1828800" lvl="3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4pPr>
            <a:lvl5pPr marL="2286000" lvl="4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2"/>
          </p:nvPr>
        </p:nvSpPr>
        <p:spPr>
          <a:xfrm>
            <a:off x="5463588" y="3827400"/>
            <a:ext cx="4002417" cy="303060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34950" algn="l">
              <a:lnSpc>
                <a:spcPct val="2660000"/>
              </a:lnSpc>
              <a:spcBef>
                <a:spcPts val="2000"/>
              </a:spcBef>
              <a:spcAft>
                <a:spcPts val="0"/>
              </a:spcAft>
              <a:buClr>
                <a:srgbClr val="010000"/>
              </a:buClr>
              <a:buSzPts val="100"/>
              <a:buChar char="•"/>
              <a:defRPr sz="100">
                <a:solidFill>
                  <a:srgbClr val="010000"/>
                </a:solidFill>
              </a:defRPr>
            </a:lvl1pPr>
            <a:lvl2pPr marL="914400" lvl="1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2pPr>
            <a:lvl3pPr marL="1371600" lvl="2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3pPr>
            <a:lvl4pPr marL="1828800" lvl="3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4pPr>
            <a:lvl5pPr marL="2286000" lvl="4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body" idx="3"/>
          </p:nvPr>
        </p:nvSpPr>
        <p:spPr>
          <a:xfrm>
            <a:off x="9466006" y="317213"/>
            <a:ext cx="2725995" cy="654078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34950" algn="l">
              <a:lnSpc>
                <a:spcPct val="2660000"/>
              </a:lnSpc>
              <a:spcBef>
                <a:spcPts val="2000"/>
              </a:spcBef>
              <a:spcAft>
                <a:spcPts val="0"/>
              </a:spcAft>
              <a:buClr>
                <a:srgbClr val="030000"/>
              </a:buClr>
              <a:buSzPts val="100"/>
              <a:buChar char="•"/>
              <a:defRPr sz="100">
                <a:solidFill>
                  <a:srgbClr val="030000"/>
                </a:solidFill>
              </a:defRPr>
            </a:lvl1pPr>
            <a:lvl2pPr marL="914400" lvl="1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2pPr>
            <a:lvl3pPr marL="1371600" lvl="2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3pPr>
            <a:lvl4pPr marL="1828800" lvl="3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4pPr>
            <a:lvl5pPr marL="2286000" lvl="4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ctrTitle"/>
          </p:nvPr>
        </p:nvSpPr>
        <p:spPr>
          <a:xfrm>
            <a:off x="571609" y="2317810"/>
            <a:ext cx="7240383" cy="1346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Font typeface="Arial"/>
              <a:buNone/>
              <a:defRPr sz="4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ubTitle" idx="4"/>
          </p:nvPr>
        </p:nvSpPr>
        <p:spPr>
          <a:xfrm>
            <a:off x="571609" y="3954463"/>
            <a:ext cx="3435574" cy="773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36666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6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6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dt" idx="10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ftr" idx="11"/>
          </p:nvPr>
        </p:nvSpPr>
        <p:spPr>
          <a:xfrm>
            <a:off x="1" y="-62426"/>
            <a:ext cx="5063949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ldNum" idx="12"/>
          </p:nvPr>
        </p:nvSpPr>
        <p:spPr>
          <a:xfrm>
            <a:off x="1" y="-62426"/>
            <a:ext cx="1223303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None/>
              <a:defRPr sz="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None/>
              <a:defRPr sz="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None/>
              <a:defRPr sz="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None/>
              <a:defRPr sz="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None/>
              <a:defRPr sz="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None/>
              <a:defRPr sz="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None/>
              <a:defRPr sz="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None/>
              <a:defRPr sz="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None/>
              <a:defRPr sz="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body" idx="5"/>
          </p:nvPr>
        </p:nvSpPr>
        <p:spPr>
          <a:xfrm>
            <a:off x="571608" y="825602"/>
            <a:ext cx="2990813" cy="522128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34950" algn="l">
              <a:lnSpc>
                <a:spcPct val="266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1pPr>
            <a:lvl2pPr marL="914400" lvl="1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2pPr>
            <a:lvl3pPr marL="1371600" lvl="2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3pPr>
            <a:lvl4pPr marL="1828800" lvl="3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4pPr>
            <a:lvl5pPr marL="2286000" lvl="4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571609" y="506268"/>
            <a:ext cx="9145738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571609" y="2034988"/>
            <a:ext cx="9145739" cy="3776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47777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dt" idx="10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ftr" idx="11"/>
          </p:nvPr>
        </p:nvSpPr>
        <p:spPr>
          <a:xfrm>
            <a:off x="3564026" y="6327500"/>
            <a:ext cx="5063949" cy="153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66666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sldNum" idx="12"/>
          </p:nvPr>
        </p:nvSpPr>
        <p:spPr>
          <a:xfrm>
            <a:off x="10396189" y="6327500"/>
            <a:ext cx="1223303" cy="153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20000"/>
              </a:lnSpc>
              <a:spcBef>
                <a:spcPts val="0"/>
              </a:spcBef>
              <a:buNone/>
              <a:defRPr/>
            </a:lvl1pPr>
            <a:lvl2pPr marL="0" lvl="1" indent="0" algn="r">
              <a:lnSpc>
                <a:spcPct val="120000"/>
              </a:lnSpc>
              <a:spcBef>
                <a:spcPts val="0"/>
              </a:spcBef>
              <a:buNone/>
              <a:defRPr/>
            </a:lvl2pPr>
            <a:lvl3pPr marL="0" lvl="2" indent="0" algn="r">
              <a:lnSpc>
                <a:spcPct val="120000"/>
              </a:lnSpc>
              <a:spcBef>
                <a:spcPts val="0"/>
              </a:spcBef>
              <a:buNone/>
              <a:defRPr/>
            </a:lvl3pPr>
            <a:lvl4pPr marL="0" lvl="3" indent="0" algn="r">
              <a:lnSpc>
                <a:spcPct val="120000"/>
              </a:lnSpc>
              <a:spcBef>
                <a:spcPts val="0"/>
              </a:spcBef>
              <a:buNone/>
              <a:defRPr/>
            </a:lvl4pPr>
            <a:lvl5pPr marL="0" lvl="4" indent="0" algn="r">
              <a:lnSpc>
                <a:spcPct val="120000"/>
              </a:lnSpc>
              <a:spcBef>
                <a:spcPts val="0"/>
              </a:spcBef>
              <a:buNone/>
              <a:defRPr/>
            </a:lvl5pPr>
            <a:lvl6pPr marL="0" lvl="5" indent="0" algn="r">
              <a:lnSpc>
                <a:spcPct val="120000"/>
              </a:lnSpc>
              <a:spcBef>
                <a:spcPts val="0"/>
              </a:spcBef>
              <a:buNone/>
              <a:defRPr/>
            </a:lvl6pPr>
            <a:lvl7pPr marL="0" lvl="6" indent="0" algn="r">
              <a:lnSpc>
                <a:spcPct val="120000"/>
              </a:lnSpc>
              <a:spcBef>
                <a:spcPts val="0"/>
              </a:spcBef>
              <a:buNone/>
              <a:defRPr/>
            </a:lvl7pPr>
            <a:lvl8pPr marL="0" lvl="7" indent="0" algn="r">
              <a:lnSpc>
                <a:spcPct val="120000"/>
              </a:lnSpc>
              <a:spcBef>
                <a:spcPts val="0"/>
              </a:spcBef>
              <a:buNone/>
              <a:defRPr/>
            </a:lvl8pPr>
            <a:lvl9pPr marL="0" lvl="8" indent="0" algn="r">
              <a:lnSpc>
                <a:spcPct val="120000"/>
              </a:lnSpc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hapter">
  <p:cSld name="Chapter">
    <p:bg>
      <p:bgPr>
        <a:solidFill>
          <a:srgbClr val="7800F0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>
            <a:spLocks noGrp="1"/>
          </p:cNvSpPr>
          <p:nvPr>
            <p:ph type="body" idx="1"/>
          </p:nvPr>
        </p:nvSpPr>
        <p:spPr>
          <a:xfrm>
            <a:off x="571639" y="1888034"/>
            <a:ext cx="4371423" cy="455936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34950" algn="l">
              <a:lnSpc>
                <a:spcPct val="2660000"/>
              </a:lnSpc>
              <a:spcBef>
                <a:spcPts val="2000"/>
              </a:spcBef>
              <a:spcAft>
                <a:spcPts val="0"/>
              </a:spcAft>
              <a:buClr>
                <a:srgbClr val="010000"/>
              </a:buClr>
              <a:buSzPts val="100"/>
              <a:buChar char="•"/>
              <a:defRPr sz="100">
                <a:solidFill>
                  <a:srgbClr val="010000"/>
                </a:solidFill>
              </a:defRPr>
            </a:lvl1pPr>
            <a:lvl2pPr marL="914400" lvl="1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2pPr>
            <a:lvl3pPr marL="1371600" lvl="2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3pPr>
            <a:lvl4pPr marL="1828800" lvl="3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4pPr>
            <a:lvl5pPr marL="2286000" lvl="4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1714827" y="590623"/>
            <a:ext cx="9907876" cy="51441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 txBox="1">
            <a:spLocks noGrp="1"/>
          </p:cNvSpPr>
          <p:nvPr>
            <p:ph type="body" idx="2"/>
          </p:nvPr>
        </p:nvSpPr>
        <p:spPr>
          <a:xfrm>
            <a:off x="1715121" y="1448274"/>
            <a:ext cx="4093542" cy="42684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34950" algn="l">
              <a:lnSpc>
                <a:spcPct val="2660000"/>
              </a:lnSpc>
              <a:spcBef>
                <a:spcPts val="2000"/>
              </a:spcBef>
              <a:spcAft>
                <a:spcPts val="0"/>
              </a:spcAft>
              <a:buClr>
                <a:srgbClr val="020000"/>
              </a:buClr>
              <a:buSzPts val="100"/>
              <a:buChar char="•"/>
              <a:defRPr sz="100">
                <a:solidFill>
                  <a:srgbClr val="020000"/>
                </a:solidFill>
              </a:defRPr>
            </a:lvl1pPr>
            <a:lvl2pPr marL="914400" lvl="1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2pPr>
            <a:lvl3pPr marL="1371600" lvl="2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3pPr>
            <a:lvl4pPr marL="1828800" lvl="3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4pPr>
            <a:lvl5pPr marL="2286000" lvl="4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3"/>
          </p:nvPr>
        </p:nvSpPr>
        <p:spPr>
          <a:xfrm>
            <a:off x="1715120" y="1606363"/>
            <a:ext cx="4093542" cy="4110404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010000">
                <a:alpha val="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0B63"/>
              </a:buClr>
              <a:buSzPts val="24899"/>
              <a:buNone/>
              <a:defRPr sz="24899">
                <a:solidFill>
                  <a:srgbClr val="2F0B6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dt" idx="10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ftr" idx="11"/>
          </p:nvPr>
        </p:nvSpPr>
        <p:spPr>
          <a:xfrm>
            <a:off x="1" y="-62426"/>
            <a:ext cx="5063949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ldNum" idx="12"/>
          </p:nvPr>
        </p:nvSpPr>
        <p:spPr>
          <a:xfrm>
            <a:off x="1" y="-62426"/>
            <a:ext cx="1223303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None/>
              <a:defRPr sz="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None/>
              <a:defRPr sz="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None/>
              <a:defRPr sz="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None/>
              <a:defRPr sz="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None/>
              <a:defRPr sz="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None/>
              <a:defRPr sz="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None/>
              <a:defRPr sz="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None/>
              <a:defRPr sz="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None/>
              <a:defRPr sz="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ctrTitle"/>
          </p:nvPr>
        </p:nvSpPr>
        <p:spPr>
          <a:xfrm>
            <a:off x="6287696" y="2336860"/>
            <a:ext cx="4572869" cy="1346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2F0B63"/>
              </a:buClr>
              <a:buSzPts val="4900"/>
              <a:buFont typeface="Arial"/>
              <a:buNone/>
              <a:defRPr sz="4900">
                <a:solidFill>
                  <a:srgbClr val="2F0B6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subTitle" idx="4"/>
          </p:nvPr>
        </p:nvSpPr>
        <p:spPr>
          <a:xfrm>
            <a:off x="6287696" y="3973513"/>
            <a:ext cx="4572869" cy="51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36666"/>
              </a:lnSpc>
              <a:spcBef>
                <a:spcPts val="2000"/>
              </a:spcBef>
              <a:spcAft>
                <a:spcPts val="0"/>
              </a:spcAft>
              <a:buClr>
                <a:srgbClr val="2F0B63"/>
              </a:buClr>
              <a:buSzPts val="1500"/>
              <a:buNone/>
              <a:defRPr sz="1500">
                <a:solidFill>
                  <a:srgbClr val="2F0B63"/>
                </a:solidFill>
              </a:defRPr>
            </a:lvl1pPr>
            <a:lvl2pPr lvl="1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6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6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0" y="-684696"/>
            <a:ext cx="6645072" cy="561406"/>
          </a:xfrm>
          <a:prstGeom prst="rect">
            <a:avLst/>
          </a:prstGeom>
          <a:solidFill>
            <a:schemeClr val="lt2"/>
          </a:solidFill>
          <a:ln w="12700" cap="flat" cmpd="sng">
            <a:solidFill>
              <a:srgbClr val="5700A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Enter the number of the chapter in the box where it says «0»</a:t>
            </a:r>
            <a:endParaRPr sz="9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5"/>
          </p:nvPr>
        </p:nvSpPr>
        <p:spPr>
          <a:xfrm>
            <a:off x="9826823" y="6122172"/>
            <a:ext cx="1793538" cy="313111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34950" algn="l">
              <a:lnSpc>
                <a:spcPct val="266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1pPr>
            <a:lvl2pPr marL="914400" lvl="1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2pPr>
            <a:lvl3pPr marL="1371600" lvl="2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3pPr>
            <a:lvl4pPr marL="1828800" lvl="3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4pPr>
            <a:lvl5pPr marL="2286000" lvl="4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haptert #2">
  <p:cSld name="Chaptert #2">
    <p:bg>
      <p:bgPr>
        <a:solidFill>
          <a:srgbClr val="FFEBD3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>
            <a:spLocks noGrp="1"/>
          </p:cNvSpPr>
          <p:nvPr>
            <p:ph type="body" idx="1"/>
          </p:nvPr>
        </p:nvSpPr>
        <p:spPr>
          <a:xfrm>
            <a:off x="657247" y="1606363"/>
            <a:ext cx="3605314" cy="3776138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010000">
                <a:alpha val="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202"/>
              </a:buClr>
              <a:buSzPts val="24899"/>
              <a:buNone/>
              <a:defRPr sz="24899">
                <a:solidFill>
                  <a:srgbClr val="FF620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6"/>
          <p:cNvSpPr txBox="1">
            <a:spLocks noGrp="1"/>
          </p:cNvSpPr>
          <p:nvPr>
            <p:ph type="dt" idx="10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ftr" idx="11"/>
          </p:nvPr>
        </p:nvSpPr>
        <p:spPr>
          <a:xfrm>
            <a:off x="1" y="-62426"/>
            <a:ext cx="5063949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6"/>
          <p:cNvSpPr txBox="1">
            <a:spLocks noGrp="1"/>
          </p:cNvSpPr>
          <p:nvPr>
            <p:ph type="sldNum" idx="12"/>
          </p:nvPr>
        </p:nvSpPr>
        <p:spPr>
          <a:xfrm>
            <a:off x="1" y="-62426"/>
            <a:ext cx="1223303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None/>
              <a:defRPr sz="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None/>
              <a:defRPr sz="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None/>
              <a:defRPr sz="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None/>
              <a:defRPr sz="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None/>
              <a:defRPr sz="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None/>
              <a:defRPr sz="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None/>
              <a:defRPr sz="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None/>
              <a:defRPr sz="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None/>
              <a:defRPr sz="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7" name="Google Shape;57;p6"/>
          <p:cNvSpPr txBox="1">
            <a:spLocks noGrp="1"/>
          </p:cNvSpPr>
          <p:nvPr>
            <p:ph type="ctrTitle"/>
          </p:nvPr>
        </p:nvSpPr>
        <p:spPr>
          <a:xfrm>
            <a:off x="4382339" y="2336860"/>
            <a:ext cx="5335008" cy="1346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7800F0"/>
              </a:buClr>
              <a:buSzPts val="4900"/>
              <a:buFont typeface="Arial"/>
              <a:buNone/>
              <a:defRPr sz="4900">
                <a:solidFill>
                  <a:srgbClr val="7800F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6"/>
          <p:cNvSpPr txBox="1">
            <a:spLocks noGrp="1"/>
          </p:cNvSpPr>
          <p:nvPr>
            <p:ph type="subTitle" idx="2"/>
          </p:nvPr>
        </p:nvSpPr>
        <p:spPr>
          <a:xfrm>
            <a:off x="4382339" y="3973513"/>
            <a:ext cx="5335008" cy="51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36666"/>
              </a:lnSpc>
              <a:spcBef>
                <a:spcPts val="2000"/>
              </a:spcBef>
              <a:spcAft>
                <a:spcPts val="0"/>
              </a:spcAft>
              <a:buClr>
                <a:srgbClr val="2F0B63"/>
              </a:buClr>
              <a:buSzPts val="1500"/>
              <a:buNone/>
              <a:defRPr sz="1500">
                <a:solidFill>
                  <a:srgbClr val="2F0B63"/>
                </a:solidFill>
              </a:defRPr>
            </a:lvl1pPr>
            <a:lvl2pPr lvl="1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6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6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0" y="-684696"/>
            <a:ext cx="6645072" cy="561406"/>
          </a:xfrm>
          <a:prstGeom prst="rect">
            <a:avLst/>
          </a:prstGeom>
          <a:solidFill>
            <a:schemeClr val="lt2"/>
          </a:solidFill>
          <a:ln w="12700" cap="flat" cmpd="sng">
            <a:solidFill>
              <a:srgbClr val="5700A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Enter the number of the chapter in the box where it says «0»</a:t>
            </a:r>
            <a:endParaRPr sz="9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6"/>
          <p:cNvSpPr txBox="1">
            <a:spLocks noGrp="1"/>
          </p:cNvSpPr>
          <p:nvPr>
            <p:ph type="body" idx="3"/>
          </p:nvPr>
        </p:nvSpPr>
        <p:spPr>
          <a:xfrm>
            <a:off x="9826823" y="6122172"/>
            <a:ext cx="1793538" cy="313111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34950" algn="l">
              <a:lnSpc>
                <a:spcPct val="266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1pPr>
            <a:lvl2pPr marL="914400" lvl="1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2pPr>
            <a:lvl3pPr marL="1371600" lvl="2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3pPr>
            <a:lvl4pPr marL="1828800" lvl="3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4pPr>
            <a:lvl5pPr marL="2286000" lvl="4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parts">
  <p:cSld name="Two content parts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571609" y="506268"/>
            <a:ext cx="9145738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dt" idx="10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ftr" idx="11"/>
          </p:nvPr>
        </p:nvSpPr>
        <p:spPr>
          <a:xfrm>
            <a:off x="3564026" y="6327500"/>
            <a:ext cx="5063949" cy="153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66666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7"/>
          <p:cNvSpPr txBox="1">
            <a:spLocks noGrp="1"/>
          </p:cNvSpPr>
          <p:nvPr>
            <p:ph type="sldNum" idx="12"/>
          </p:nvPr>
        </p:nvSpPr>
        <p:spPr>
          <a:xfrm>
            <a:off x="10396189" y="6327500"/>
            <a:ext cx="1223303" cy="153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20000"/>
              </a:lnSpc>
              <a:spcBef>
                <a:spcPts val="0"/>
              </a:spcBef>
              <a:buNone/>
              <a:defRPr/>
            </a:lvl1pPr>
            <a:lvl2pPr marL="0" lvl="1" indent="0" algn="r">
              <a:lnSpc>
                <a:spcPct val="120000"/>
              </a:lnSpc>
              <a:spcBef>
                <a:spcPts val="0"/>
              </a:spcBef>
              <a:buNone/>
              <a:defRPr/>
            </a:lvl2pPr>
            <a:lvl3pPr marL="0" lvl="2" indent="0" algn="r">
              <a:lnSpc>
                <a:spcPct val="120000"/>
              </a:lnSpc>
              <a:spcBef>
                <a:spcPts val="0"/>
              </a:spcBef>
              <a:buNone/>
              <a:defRPr/>
            </a:lvl3pPr>
            <a:lvl4pPr marL="0" lvl="3" indent="0" algn="r">
              <a:lnSpc>
                <a:spcPct val="120000"/>
              </a:lnSpc>
              <a:spcBef>
                <a:spcPts val="0"/>
              </a:spcBef>
              <a:buNone/>
              <a:defRPr/>
            </a:lvl4pPr>
            <a:lvl5pPr marL="0" lvl="4" indent="0" algn="r">
              <a:lnSpc>
                <a:spcPct val="120000"/>
              </a:lnSpc>
              <a:spcBef>
                <a:spcPts val="0"/>
              </a:spcBef>
              <a:buNone/>
              <a:defRPr/>
            </a:lvl5pPr>
            <a:lvl6pPr marL="0" lvl="5" indent="0" algn="r">
              <a:lnSpc>
                <a:spcPct val="120000"/>
              </a:lnSpc>
              <a:spcBef>
                <a:spcPts val="0"/>
              </a:spcBef>
              <a:buNone/>
              <a:defRPr/>
            </a:lvl6pPr>
            <a:lvl7pPr marL="0" lvl="6" indent="0" algn="r">
              <a:lnSpc>
                <a:spcPct val="120000"/>
              </a:lnSpc>
              <a:spcBef>
                <a:spcPts val="0"/>
              </a:spcBef>
              <a:buNone/>
              <a:defRPr/>
            </a:lvl7pPr>
            <a:lvl8pPr marL="0" lvl="7" indent="0" algn="r">
              <a:lnSpc>
                <a:spcPct val="120000"/>
              </a:lnSpc>
              <a:spcBef>
                <a:spcPts val="0"/>
              </a:spcBef>
              <a:buNone/>
              <a:defRPr/>
            </a:lvl8pPr>
            <a:lvl9pPr marL="0" lvl="8" indent="0" algn="r">
              <a:lnSpc>
                <a:spcPct val="120000"/>
              </a:lnSpc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6" name="Google Shape;66;p7"/>
          <p:cNvSpPr txBox="1">
            <a:spLocks noGrp="1"/>
          </p:cNvSpPr>
          <p:nvPr>
            <p:ph type="body" idx="1"/>
          </p:nvPr>
        </p:nvSpPr>
        <p:spPr>
          <a:xfrm>
            <a:off x="571610" y="2034988"/>
            <a:ext cx="5341363" cy="3776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47777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2"/>
          </p:nvPr>
        </p:nvSpPr>
        <p:spPr>
          <a:xfrm>
            <a:off x="6287696" y="2034988"/>
            <a:ext cx="5331797" cy="3776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47777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image">
  <p:cSld name="Title, text and image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>
            <a:spLocks noGrp="1"/>
          </p:cNvSpPr>
          <p:nvPr>
            <p:ph type="title"/>
          </p:nvPr>
        </p:nvSpPr>
        <p:spPr>
          <a:xfrm>
            <a:off x="571611" y="506268"/>
            <a:ext cx="6816959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8"/>
          <p:cNvSpPr txBox="1">
            <a:spLocks noGrp="1"/>
          </p:cNvSpPr>
          <p:nvPr>
            <p:ph type="body" idx="1"/>
          </p:nvPr>
        </p:nvSpPr>
        <p:spPr>
          <a:xfrm>
            <a:off x="571610" y="2034988"/>
            <a:ext cx="6816959" cy="3776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47777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8"/>
          <p:cNvSpPr txBox="1">
            <a:spLocks noGrp="1"/>
          </p:cNvSpPr>
          <p:nvPr>
            <p:ph type="dt" idx="10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"/>
          <p:cNvSpPr txBox="1">
            <a:spLocks noGrp="1"/>
          </p:cNvSpPr>
          <p:nvPr>
            <p:ph type="sldNum" idx="12"/>
          </p:nvPr>
        </p:nvSpPr>
        <p:spPr>
          <a:xfrm>
            <a:off x="10396189" y="6327500"/>
            <a:ext cx="1223303" cy="153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20000"/>
              </a:lnSpc>
              <a:spcBef>
                <a:spcPts val="0"/>
              </a:spcBef>
              <a:buNone/>
              <a:defRPr/>
            </a:lvl1pPr>
            <a:lvl2pPr marL="0" lvl="1" indent="0" algn="r">
              <a:lnSpc>
                <a:spcPct val="120000"/>
              </a:lnSpc>
              <a:spcBef>
                <a:spcPts val="0"/>
              </a:spcBef>
              <a:buNone/>
              <a:defRPr/>
            </a:lvl2pPr>
            <a:lvl3pPr marL="0" lvl="2" indent="0" algn="r">
              <a:lnSpc>
                <a:spcPct val="120000"/>
              </a:lnSpc>
              <a:spcBef>
                <a:spcPts val="0"/>
              </a:spcBef>
              <a:buNone/>
              <a:defRPr/>
            </a:lvl3pPr>
            <a:lvl4pPr marL="0" lvl="3" indent="0" algn="r">
              <a:lnSpc>
                <a:spcPct val="120000"/>
              </a:lnSpc>
              <a:spcBef>
                <a:spcPts val="0"/>
              </a:spcBef>
              <a:buNone/>
              <a:defRPr/>
            </a:lvl4pPr>
            <a:lvl5pPr marL="0" lvl="4" indent="0" algn="r">
              <a:lnSpc>
                <a:spcPct val="120000"/>
              </a:lnSpc>
              <a:spcBef>
                <a:spcPts val="0"/>
              </a:spcBef>
              <a:buNone/>
              <a:defRPr/>
            </a:lvl5pPr>
            <a:lvl6pPr marL="0" lvl="5" indent="0" algn="r">
              <a:lnSpc>
                <a:spcPct val="120000"/>
              </a:lnSpc>
              <a:spcBef>
                <a:spcPts val="0"/>
              </a:spcBef>
              <a:buNone/>
              <a:defRPr/>
            </a:lvl6pPr>
            <a:lvl7pPr marL="0" lvl="6" indent="0" algn="r">
              <a:lnSpc>
                <a:spcPct val="120000"/>
              </a:lnSpc>
              <a:spcBef>
                <a:spcPts val="0"/>
              </a:spcBef>
              <a:buNone/>
              <a:defRPr/>
            </a:lvl7pPr>
            <a:lvl8pPr marL="0" lvl="7" indent="0" algn="r">
              <a:lnSpc>
                <a:spcPct val="120000"/>
              </a:lnSpc>
              <a:spcBef>
                <a:spcPts val="0"/>
              </a:spcBef>
              <a:buNone/>
              <a:defRPr/>
            </a:lvl8pPr>
            <a:lvl9pPr marL="0" lvl="8" indent="0" algn="r">
              <a:lnSpc>
                <a:spcPct val="120000"/>
              </a:lnSpc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3" name="Google Shape;73;p8"/>
          <p:cNvSpPr>
            <a:spLocks noGrp="1"/>
          </p:cNvSpPr>
          <p:nvPr>
            <p:ph type="pic" idx="2"/>
          </p:nvPr>
        </p:nvSpPr>
        <p:spPr>
          <a:xfrm>
            <a:off x="7942454" y="0"/>
            <a:ext cx="4249546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8"/>
          <p:cNvSpPr txBox="1">
            <a:spLocks noGrp="1"/>
          </p:cNvSpPr>
          <p:nvPr>
            <p:ph type="ftr" idx="11"/>
          </p:nvPr>
        </p:nvSpPr>
        <p:spPr>
          <a:xfrm>
            <a:off x="4346699" y="6327500"/>
            <a:ext cx="3498602" cy="153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66666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text and image #2">
  <p:cSld name="Title, text and image #2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>
            <a:spLocks noGrp="1"/>
          </p:cNvSpPr>
          <p:nvPr>
            <p:ph type="pic" idx="2"/>
          </p:nvPr>
        </p:nvSpPr>
        <p:spPr>
          <a:xfrm>
            <a:off x="0" y="1819804"/>
            <a:ext cx="4194525" cy="5038198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9"/>
          <p:cNvSpPr txBox="1">
            <a:spLocks noGrp="1"/>
          </p:cNvSpPr>
          <p:nvPr>
            <p:ph type="title"/>
          </p:nvPr>
        </p:nvSpPr>
        <p:spPr>
          <a:xfrm>
            <a:off x="4805745" y="506268"/>
            <a:ext cx="6816959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body" idx="1"/>
          </p:nvPr>
        </p:nvSpPr>
        <p:spPr>
          <a:xfrm>
            <a:off x="4805744" y="2034988"/>
            <a:ext cx="6813748" cy="3776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47777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dt" idx="10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sldNum" idx="12"/>
          </p:nvPr>
        </p:nvSpPr>
        <p:spPr>
          <a:xfrm>
            <a:off x="10396189" y="6327500"/>
            <a:ext cx="1223303" cy="153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20000"/>
              </a:lnSpc>
              <a:spcBef>
                <a:spcPts val="0"/>
              </a:spcBef>
              <a:buNone/>
              <a:defRPr/>
            </a:lvl1pPr>
            <a:lvl2pPr marL="0" lvl="1" indent="0" algn="r">
              <a:lnSpc>
                <a:spcPct val="120000"/>
              </a:lnSpc>
              <a:spcBef>
                <a:spcPts val="0"/>
              </a:spcBef>
              <a:buNone/>
              <a:defRPr/>
            </a:lvl2pPr>
            <a:lvl3pPr marL="0" lvl="2" indent="0" algn="r">
              <a:lnSpc>
                <a:spcPct val="120000"/>
              </a:lnSpc>
              <a:spcBef>
                <a:spcPts val="0"/>
              </a:spcBef>
              <a:buNone/>
              <a:defRPr/>
            </a:lvl3pPr>
            <a:lvl4pPr marL="0" lvl="3" indent="0" algn="r">
              <a:lnSpc>
                <a:spcPct val="120000"/>
              </a:lnSpc>
              <a:spcBef>
                <a:spcPts val="0"/>
              </a:spcBef>
              <a:buNone/>
              <a:defRPr/>
            </a:lvl4pPr>
            <a:lvl5pPr marL="0" lvl="4" indent="0" algn="r">
              <a:lnSpc>
                <a:spcPct val="120000"/>
              </a:lnSpc>
              <a:spcBef>
                <a:spcPts val="0"/>
              </a:spcBef>
              <a:buNone/>
              <a:defRPr/>
            </a:lvl5pPr>
            <a:lvl6pPr marL="0" lvl="5" indent="0" algn="r">
              <a:lnSpc>
                <a:spcPct val="120000"/>
              </a:lnSpc>
              <a:spcBef>
                <a:spcPts val="0"/>
              </a:spcBef>
              <a:buNone/>
              <a:defRPr/>
            </a:lvl6pPr>
            <a:lvl7pPr marL="0" lvl="6" indent="0" algn="r">
              <a:lnSpc>
                <a:spcPct val="120000"/>
              </a:lnSpc>
              <a:spcBef>
                <a:spcPts val="0"/>
              </a:spcBef>
              <a:buNone/>
              <a:defRPr/>
            </a:lvl7pPr>
            <a:lvl8pPr marL="0" lvl="7" indent="0" algn="r">
              <a:lnSpc>
                <a:spcPct val="120000"/>
              </a:lnSpc>
              <a:spcBef>
                <a:spcPts val="0"/>
              </a:spcBef>
              <a:buNone/>
              <a:defRPr/>
            </a:lvl8pPr>
            <a:lvl9pPr marL="0" lvl="8" indent="0" algn="r">
              <a:lnSpc>
                <a:spcPct val="120000"/>
              </a:lnSpc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9"/>
          <p:cNvSpPr/>
          <p:nvPr/>
        </p:nvSpPr>
        <p:spPr>
          <a:xfrm>
            <a:off x="1139901" y="-63"/>
            <a:ext cx="2518383" cy="1818005"/>
          </a:xfrm>
          <a:custGeom>
            <a:avLst/>
            <a:gdLst/>
            <a:ahLst/>
            <a:cxnLst/>
            <a:rect l="l" t="t" r="r" b="b"/>
            <a:pathLst>
              <a:path w="5036439" h="3636010" extrusionOk="0">
                <a:moveTo>
                  <a:pt x="669290" y="1112012"/>
                </a:moveTo>
                <a:lnTo>
                  <a:pt x="2159762" y="3636010"/>
                </a:lnTo>
                <a:lnTo>
                  <a:pt x="3111627" y="3339592"/>
                </a:lnTo>
                <a:lnTo>
                  <a:pt x="3747770" y="3141472"/>
                </a:lnTo>
                <a:cubicBezTo>
                  <a:pt x="4153535" y="3015107"/>
                  <a:pt x="4459859" y="2679954"/>
                  <a:pt x="4549268" y="2264410"/>
                </a:cubicBezTo>
                <a:lnTo>
                  <a:pt x="4961128" y="349885"/>
                </a:lnTo>
                <a:lnTo>
                  <a:pt x="5036439" y="0"/>
                </a:lnTo>
                <a:lnTo>
                  <a:pt x="0" y="0"/>
                </a:lnTo>
                <a:cubicBezTo>
                  <a:pt x="38608" y="52451"/>
                  <a:pt x="75565" y="106426"/>
                  <a:pt x="109093" y="163195"/>
                </a:cubicBezTo>
                <a:lnTo>
                  <a:pt x="669290" y="1111885"/>
                </a:lnTo>
                <a:close/>
              </a:path>
            </a:pathLst>
          </a:custGeom>
          <a:solidFill>
            <a:srgbClr val="9359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9"/>
          <p:cNvSpPr/>
          <p:nvPr/>
        </p:nvSpPr>
        <p:spPr>
          <a:xfrm>
            <a:off x="0" y="0"/>
            <a:ext cx="2219850" cy="2509076"/>
          </a:xfrm>
          <a:custGeom>
            <a:avLst/>
            <a:gdLst/>
            <a:ahLst/>
            <a:cxnLst/>
            <a:rect l="l" t="t" r="r" b="b"/>
            <a:pathLst>
              <a:path w="4439411" h="5018151" extrusionOk="0">
                <a:moveTo>
                  <a:pt x="4439412" y="3635883"/>
                </a:moveTo>
                <a:lnTo>
                  <a:pt x="2948940" y="1111885"/>
                </a:lnTo>
                <a:lnTo>
                  <a:pt x="2388743" y="163195"/>
                </a:lnTo>
                <a:cubicBezTo>
                  <a:pt x="2355215" y="106426"/>
                  <a:pt x="2318258" y="52451"/>
                  <a:pt x="2279650" y="0"/>
                </a:cubicBezTo>
                <a:lnTo>
                  <a:pt x="0" y="0"/>
                </a:lnTo>
                <a:lnTo>
                  <a:pt x="0" y="5018151"/>
                </a:lnTo>
                <a:lnTo>
                  <a:pt x="4439412" y="3635883"/>
                </a:lnTo>
                <a:close/>
              </a:path>
            </a:pathLst>
          </a:custGeom>
          <a:solidFill>
            <a:srgbClr val="2F0B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9"/>
          <p:cNvSpPr txBox="1">
            <a:spLocks noGrp="1"/>
          </p:cNvSpPr>
          <p:nvPr>
            <p:ph type="ftr" idx="11"/>
          </p:nvPr>
        </p:nvSpPr>
        <p:spPr>
          <a:xfrm>
            <a:off x="3974565" y="6327500"/>
            <a:ext cx="4242870" cy="153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66666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3 images with text">
  <p:cSld name="Title and 3 images with 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1"/>
          <p:cNvSpPr txBox="1">
            <a:spLocks noGrp="1"/>
          </p:cNvSpPr>
          <p:nvPr>
            <p:ph type="title"/>
          </p:nvPr>
        </p:nvSpPr>
        <p:spPr>
          <a:xfrm>
            <a:off x="571609" y="506268"/>
            <a:ext cx="9145738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1"/>
          <p:cNvSpPr txBox="1">
            <a:spLocks noGrp="1"/>
          </p:cNvSpPr>
          <p:nvPr>
            <p:ph type="dt" idx="10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1"/>
          <p:cNvSpPr txBox="1">
            <a:spLocks noGrp="1"/>
          </p:cNvSpPr>
          <p:nvPr>
            <p:ph type="ftr" idx="11"/>
          </p:nvPr>
        </p:nvSpPr>
        <p:spPr>
          <a:xfrm>
            <a:off x="3564026" y="6327500"/>
            <a:ext cx="5063949" cy="153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66666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1"/>
          <p:cNvSpPr txBox="1">
            <a:spLocks noGrp="1"/>
          </p:cNvSpPr>
          <p:nvPr>
            <p:ph type="sldNum" idx="12"/>
          </p:nvPr>
        </p:nvSpPr>
        <p:spPr>
          <a:xfrm>
            <a:off x="10396189" y="6327500"/>
            <a:ext cx="1223303" cy="153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20000"/>
              </a:lnSpc>
              <a:spcBef>
                <a:spcPts val="0"/>
              </a:spcBef>
              <a:buNone/>
              <a:defRPr/>
            </a:lvl1pPr>
            <a:lvl2pPr marL="0" lvl="1" indent="0" algn="r">
              <a:lnSpc>
                <a:spcPct val="120000"/>
              </a:lnSpc>
              <a:spcBef>
                <a:spcPts val="0"/>
              </a:spcBef>
              <a:buNone/>
              <a:defRPr/>
            </a:lvl2pPr>
            <a:lvl3pPr marL="0" lvl="2" indent="0" algn="r">
              <a:lnSpc>
                <a:spcPct val="120000"/>
              </a:lnSpc>
              <a:spcBef>
                <a:spcPts val="0"/>
              </a:spcBef>
              <a:buNone/>
              <a:defRPr/>
            </a:lvl3pPr>
            <a:lvl4pPr marL="0" lvl="3" indent="0" algn="r">
              <a:lnSpc>
                <a:spcPct val="120000"/>
              </a:lnSpc>
              <a:spcBef>
                <a:spcPts val="0"/>
              </a:spcBef>
              <a:buNone/>
              <a:defRPr/>
            </a:lvl4pPr>
            <a:lvl5pPr marL="0" lvl="4" indent="0" algn="r">
              <a:lnSpc>
                <a:spcPct val="120000"/>
              </a:lnSpc>
              <a:spcBef>
                <a:spcPts val="0"/>
              </a:spcBef>
              <a:buNone/>
              <a:defRPr/>
            </a:lvl5pPr>
            <a:lvl6pPr marL="0" lvl="5" indent="0" algn="r">
              <a:lnSpc>
                <a:spcPct val="120000"/>
              </a:lnSpc>
              <a:spcBef>
                <a:spcPts val="0"/>
              </a:spcBef>
              <a:buNone/>
              <a:defRPr/>
            </a:lvl6pPr>
            <a:lvl7pPr marL="0" lvl="6" indent="0" algn="r">
              <a:lnSpc>
                <a:spcPct val="120000"/>
              </a:lnSpc>
              <a:spcBef>
                <a:spcPts val="0"/>
              </a:spcBef>
              <a:buNone/>
              <a:defRPr/>
            </a:lvl7pPr>
            <a:lvl8pPr marL="0" lvl="7" indent="0" algn="r">
              <a:lnSpc>
                <a:spcPct val="120000"/>
              </a:lnSpc>
              <a:spcBef>
                <a:spcPts val="0"/>
              </a:spcBef>
              <a:buNone/>
              <a:defRPr/>
            </a:lvl8pPr>
            <a:lvl9pPr marL="0" lvl="8" indent="0" algn="r">
              <a:lnSpc>
                <a:spcPct val="120000"/>
              </a:lnSpc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6" name="Google Shape;106;p11"/>
          <p:cNvSpPr>
            <a:spLocks noGrp="1"/>
          </p:cNvSpPr>
          <p:nvPr>
            <p:ph type="pic" idx="2"/>
          </p:nvPr>
        </p:nvSpPr>
        <p:spPr>
          <a:xfrm>
            <a:off x="571609" y="2076704"/>
            <a:ext cx="3429652" cy="2476822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1"/>
          <p:cNvSpPr txBox="1">
            <a:spLocks noGrp="1"/>
          </p:cNvSpPr>
          <p:nvPr>
            <p:ph type="body" idx="1"/>
          </p:nvPr>
        </p:nvSpPr>
        <p:spPr>
          <a:xfrm>
            <a:off x="571609" y="4719484"/>
            <a:ext cx="3429652" cy="1066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  <a:defRPr sz="125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11"/>
          <p:cNvSpPr>
            <a:spLocks noGrp="1"/>
          </p:cNvSpPr>
          <p:nvPr>
            <p:ph type="pic" idx="3"/>
          </p:nvPr>
        </p:nvSpPr>
        <p:spPr>
          <a:xfrm>
            <a:off x="4373841" y="2076704"/>
            <a:ext cx="3429652" cy="2476822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11"/>
          <p:cNvSpPr txBox="1">
            <a:spLocks noGrp="1"/>
          </p:cNvSpPr>
          <p:nvPr>
            <p:ph type="body" idx="4"/>
          </p:nvPr>
        </p:nvSpPr>
        <p:spPr>
          <a:xfrm>
            <a:off x="4373841" y="4719484"/>
            <a:ext cx="3429652" cy="1066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  <a:defRPr sz="125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11"/>
          <p:cNvSpPr>
            <a:spLocks noGrp="1"/>
          </p:cNvSpPr>
          <p:nvPr>
            <p:ph type="pic" idx="5"/>
          </p:nvPr>
        </p:nvSpPr>
        <p:spPr>
          <a:xfrm>
            <a:off x="8190740" y="2076704"/>
            <a:ext cx="3429652" cy="2476822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11"/>
          <p:cNvSpPr txBox="1">
            <a:spLocks noGrp="1"/>
          </p:cNvSpPr>
          <p:nvPr>
            <p:ph type="body" idx="6"/>
          </p:nvPr>
        </p:nvSpPr>
        <p:spPr>
          <a:xfrm>
            <a:off x="8190740" y="4719484"/>
            <a:ext cx="3429652" cy="1066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  <a:defRPr sz="125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" type="titleOnly">
  <p:cSld name="TITLE_ONLY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"/>
          <p:cNvSpPr txBox="1">
            <a:spLocks noGrp="1"/>
          </p:cNvSpPr>
          <p:nvPr>
            <p:ph type="title"/>
          </p:nvPr>
        </p:nvSpPr>
        <p:spPr>
          <a:xfrm>
            <a:off x="2052927" y="338514"/>
            <a:ext cx="8086147" cy="320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800F0"/>
              </a:buClr>
              <a:buSzPts val="2100"/>
              <a:buFont typeface="Arial"/>
              <a:buNone/>
              <a:defRPr sz="2100">
                <a:solidFill>
                  <a:srgbClr val="7800F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2"/>
          <p:cNvSpPr txBox="1">
            <a:spLocks noGrp="1"/>
          </p:cNvSpPr>
          <p:nvPr>
            <p:ph type="dt" idx="10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2"/>
          <p:cNvSpPr txBox="1">
            <a:spLocks noGrp="1"/>
          </p:cNvSpPr>
          <p:nvPr>
            <p:ph type="ftr" idx="11"/>
          </p:nvPr>
        </p:nvSpPr>
        <p:spPr>
          <a:xfrm>
            <a:off x="3564026" y="6327500"/>
            <a:ext cx="5063949" cy="153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66666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2"/>
          <p:cNvSpPr txBox="1">
            <a:spLocks noGrp="1"/>
          </p:cNvSpPr>
          <p:nvPr>
            <p:ph type="sldNum" idx="12"/>
          </p:nvPr>
        </p:nvSpPr>
        <p:spPr>
          <a:xfrm>
            <a:off x="10396189" y="6327500"/>
            <a:ext cx="1223303" cy="153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20000"/>
              </a:lnSpc>
              <a:spcBef>
                <a:spcPts val="0"/>
              </a:spcBef>
              <a:buNone/>
              <a:defRPr/>
            </a:lvl1pPr>
            <a:lvl2pPr marL="0" lvl="1" indent="0" algn="r">
              <a:lnSpc>
                <a:spcPct val="120000"/>
              </a:lnSpc>
              <a:spcBef>
                <a:spcPts val="0"/>
              </a:spcBef>
              <a:buNone/>
              <a:defRPr/>
            </a:lvl2pPr>
            <a:lvl3pPr marL="0" lvl="2" indent="0" algn="r">
              <a:lnSpc>
                <a:spcPct val="120000"/>
              </a:lnSpc>
              <a:spcBef>
                <a:spcPts val="0"/>
              </a:spcBef>
              <a:buNone/>
              <a:defRPr/>
            </a:lvl3pPr>
            <a:lvl4pPr marL="0" lvl="3" indent="0" algn="r">
              <a:lnSpc>
                <a:spcPct val="120000"/>
              </a:lnSpc>
              <a:spcBef>
                <a:spcPts val="0"/>
              </a:spcBef>
              <a:buNone/>
              <a:defRPr/>
            </a:lvl4pPr>
            <a:lvl5pPr marL="0" lvl="4" indent="0" algn="r">
              <a:lnSpc>
                <a:spcPct val="120000"/>
              </a:lnSpc>
              <a:spcBef>
                <a:spcPts val="0"/>
              </a:spcBef>
              <a:buNone/>
              <a:defRPr/>
            </a:lvl5pPr>
            <a:lvl6pPr marL="0" lvl="5" indent="0" algn="r">
              <a:lnSpc>
                <a:spcPct val="120000"/>
              </a:lnSpc>
              <a:spcBef>
                <a:spcPts val="0"/>
              </a:spcBef>
              <a:buNone/>
              <a:defRPr/>
            </a:lvl6pPr>
            <a:lvl7pPr marL="0" lvl="6" indent="0" algn="r">
              <a:lnSpc>
                <a:spcPct val="120000"/>
              </a:lnSpc>
              <a:spcBef>
                <a:spcPts val="0"/>
              </a:spcBef>
              <a:buNone/>
              <a:defRPr/>
            </a:lvl7pPr>
            <a:lvl8pPr marL="0" lvl="7" indent="0" algn="r">
              <a:lnSpc>
                <a:spcPct val="120000"/>
              </a:lnSpc>
              <a:spcBef>
                <a:spcPts val="0"/>
              </a:spcBef>
              <a:buNone/>
              <a:defRPr/>
            </a:lvl8pPr>
            <a:lvl9pPr marL="0" lvl="8" indent="0" algn="r">
              <a:lnSpc>
                <a:spcPct val="120000"/>
              </a:lnSpc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full-bleed image">
  <p:cSld name="Title and full-bleed image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3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13"/>
          <p:cNvSpPr txBox="1">
            <a:spLocks noGrp="1"/>
          </p:cNvSpPr>
          <p:nvPr>
            <p:ph type="title"/>
          </p:nvPr>
        </p:nvSpPr>
        <p:spPr>
          <a:xfrm>
            <a:off x="2052927" y="338514"/>
            <a:ext cx="8086147" cy="320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3"/>
          <p:cNvSpPr txBox="1">
            <a:spLocks noGrp="1"/>
          </p:cNvSpPr>
          <p:nvPr>
            <p:ph type="dt" idx="10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3"/>
          <p:cNvSpPr txBox="1">
            <a:spLocks noGrp="1"/>
          </p:cNvSpPr>
          <p:nvPr>
            <p:ph type="ftr" idx="11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sldNum" idx="12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">
  <p:cSld name="Quote">
    <p:bg>
      <p:bgPr>
        <a:solidFill>
          <a:srgbClr val="2F0B63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"/>
          <p:cNvSpPr txBox="1">
            <a:spLocks noGrp="1"/>
          </p:cNvSpPr>
          <p:nvPr>
            <p:ph type="dt" idx="10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4"/>
          <p:cNvSpPr txBox="1">
            <a:spLocks noGrp="1"/>
          </p:cNvSpPr>
          <p:nvPr>
            <p:ph type="ftr" idx="11"/>
          </p:nvPr>
        </p:nvSpPr>
        <p:spPr>
          <a:xfrm>
            <a:off x="1" y="-62426"/>
            <a:ext cx="5063949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4"/>
          <p:cNvSpPr txBox="1">
            <a:spLocks noGrp="1"/>
          </p:cNvSpPr>
          <p:nvPr>
            <p:ph type="sldNum" idx="12"/>
          </p:nvPr>
        </p:nvSpPr>
        <p:spPr>
          <a:xfrm>
            <a:off x="1" y="-62426"/>
            <a:ext cx="1223303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7" name="Google Shape;127;p14"/>
          <p:cNvSpPr txBox="1">
            <a:spLocks noGrp="1"/>
          </p:cNvSpPr>
          <p:nvPr>
            <p:ph type="body" idx="1"/>
          </p:nvPr>
        </p:nvSpPr>
        <p:spPr>
          <a:xfrm>
            <a:off x="2094740" y="2031266"/>
            <a:ext cx="8002521" cy="2216419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010000">
                <a:alpha val="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D9B1"/>
              </a:buClr>
              <a:buSzPts val="4000"/>
              <a:buNone/>
              <a:defRPr sz="4000" i="1">
                <a:solidFill>
                  <a:srgbClr val="FFD9B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14"/>
          <p:cNvSpPr txBox="1">
            <a:spLocks noGrp="1"/>
          </p:cNvSpPr>
          <p:nvPr>
            <p:ph type="body" idx="2"/>
          </p:nvPr>
        </p:nvSpPr>
        <p:spPr>
          <a:xfrm>
            <a:off x="2094739" y="4546800"/>
            <a:ext cx="3429652" cy="192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07975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Char char="‒"/>
              <a:defRPr sz="125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14"/>
          <p:cNvSpPr txBox="1">
            <a:spLocks noGrp="1"/>
          </p:cNvSpPr>
          <p:nvPr>
            <p:ph type="body" idx="3"/>
          </p:nvPr>
        </p:nvSpPr>
        <p:spPr>
          <a:xfrm>
            <a:off x="2094739" y="4771659"/>
            <a:ext cx="3429652" cy="192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sz="125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14"/>
          <p:cNvSpPr txBox="1">
            <a:spLocks noGrp="1"/>
          </p:cNvSpPr>
          <p:nvPr>
            <p:ph type="body" idx="4"/>
          </p:nvPr>
        </p:nvSpPr>
        <p:spPr>
          <a:xfrm>
            <a:off x="9826823" y="6122172"/>
            <a:ext cx="1793538" cy="313111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34950" algn="l">
              <a:lnSpc>
                <a:spcPct val="266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1pPr>
            <a:lvl2pPr marL="914400" lvl="1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2pPr>
            <a:lvl3pPr marL="1371600" lvl="2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3pPr>
            <a:lvl4pPr marL="1828800" lvl="3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4pPr>
            <a:lvl5pPr marL="2286000" lvl="4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#2">
  <p:cSld name="Quote #2">
    <p:bg>
      <p:bgPr>
        <a:solidFill>
          <a:srgbClr val="CDB9FC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 txBox="1">
            <a:spLocks noGrp="1"/>
          </p:cNvSpPr>
          <p:nvPr>
            <p:ph type="body" idx="1"/>
          </p:nvPr>
        </p:nvSpPr>
        <p:spPr>
          <a:xfrm>
            <a:off x="4069958" y="-1"/>
            <a:ext cx="8122042" cy="3842254"/>
          </a:xfrm>
          <a:prstGeom prst="rect">
            <a:avLst/>
          </a:prstGeom>
          <a:solidFill>
            <a:srgbClr val="DAD9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34950" algn="l">
              <a:lnSpc>
                <a:spcPct val="2660000"/>
              </a:lnSpc>
              <a:spcBef>
                <a:spcPts val="2000"/>
              </a:spcBef>
              <a:spcAft>
                <a:spcPts val="0"/>
              </a:spcAft>
              <a:buClr>
                <a:srgbClr val="020000"/>
              </a:buClr>
              <a:buSzPts val="100"/>
              <a:buChar char="•"/>
              <a:defRPr sz="100">
                <a:solidFill>
                  <a:srgbClr val="020000"/>
                </a:solidFill>
              </a:defRPr>
            </a:lvl1pPr>
            <a:lvl2pPr marL="914400" lvl="1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2pPr>
            <a:lvl3pPr marL="1371600" lvl="2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3pPr>
            <a:lvl4pPr marL="1828800" lvl="3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4pPr>
            <a:lvl5pPr marL="2286000" lvl="4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15"/>
          <p:cNvSpPr txBox="1">
            <a:spLocks noGrp="1"/>
          </p:cNvSpPr>
          <p:nvPr>
            <p:ph type="body" idx="2"/>
          </p:nvPr>
        </p:nvSpPr>
        <p:spPr>
          <a:xfrm>
            <a:off x="5" y="1"/>
            <a:ext cx="3334269" cy="6858001"/>
          </a:xfrm>
          <a:prstGeom prst="rect">
            <a:avLst/>
          </a:prstGeom>
          <a:solidFill>
            <a:srgbClr val="9595F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34950" algn="l">
              <a:lnSpc>
                <a:spcPct val="2660000"/>
              </a:lnSpc>
              <a:spcBef>
                <a:spcPts val="2000"/>
              </a:spcBef>
              <a:spcAft>
                <a:spcPts val="0"/>
              </a:spcAft>
              <a:buClr>
                <a:srgbClr val="010000"/>
              </a:buClr>
              <a:buSzPts val="100"/>
              <a:buChar char="•"/>
              <a:defRPr sz="100">
                <a:solidFill>
                  <a:srgbClr val="010000"/>
                </a:solidFill>
              </a:defRPr>
            </a:lvl1pPr>
            <a:lvl2pPr marL="914400" lvl="1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2pPr>
            <a:lvl3pPr marL="1371600" lvl="2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3pPr>
            <a:lvl4pPr marL="1828800" lvl="3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4pPr>
            <a:lvl5pPr marL="2286000" lvl="4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15"/>
          <p:cNvSpPr txBox="1">
            <a:spLocks noGrp="1"/>
          </p:cNvSpPr>
          <p:nvPr>
            <p:ph type="dt" idx="10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5"/>
          <p:cNvSpPr txBox="1">
            <a:spLocks noGrp="1"/>
          </p:cNvSpPr>
          <p:nvPr>
            <p:ph type="ftr" idx="11"/>
          </p:nvPr>
        </p:nvSpPr>
        <p:spPr>
          <a:xfrm>
            <a:off x="1" y="-62426"/>
            <a:ext cx="5063949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5"/>
          <p:cNvSpPr txBox="1">
            <a:spLocks noGrp="1"/>
          </p:cNvSpPr>
          <p:nvPr>
            <p:ph type="sldNum" idx="12"/>
          </p:nvPr>
        </p:nvSpPr>
        <p:spPr>
          <a:xfrm>
            <a:off x="1" y="-62426"/>
            <a:ext cx="1223303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7" name="Google Shape;137;p15"/>
          <p:cNvSpPr txBox="1">
            <a:spLocks noGrp="1"/>
          </p:cNvSpPr>
          <p:nvPr>
            <p:ph type="body" idx="3"/>
          </p:nvPr>
        </p:nvSpPr>
        <p:spPr>
          <a:xfrm>
            <a:off x="2094740" y="2031266"/>
            <a:ext cx="8002521" cy="2216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p15"/>
          <p:cNvSpPr txBox="1">
            <a:spLocks noGrp="1"/>
          </p:cNvSpPr>
          <p:nvPr>
            <p:ph type="body" idx="4"/>
          </p:nvPr>
        </p:nvSpPr>
        <p:spPr>
          <a:xfrm>
            <a:off x="9826823" y="6122172"/>
            <a:ext cx="1793538" cy="313111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34950" algn="l">
              <a:lnSpc>
                <a:spcPct val="266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1pPr>
            <a:lvl2pPr marL="914400" lvl="1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2pPr>
            <a:lvl3pPr marL="1371600" lvl="2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3pPr>
            <a:lvl4pPr marL="1828800" lvl="3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4pPr>
            <a:lvl5pPr marL="2286000" lvl="4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 and narrow text box">
  <p:cSld name="Image and narrow text box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16"/>
          <p:cNvSpPr txBox="1">
            <a:spLocks noGrp="1"/>
          </p:cNvSpPr>
          <p:nvPr>
            <p:ph type="dt" idx="10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6"/>
          <p:cNvSpPr txBox="1">
            <a:spLocks noGrp="1"/>
          </p:cNvSpPr>
          <p:nvPr>
            <p:ph type="ftr" idx="11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6"/>
          <p:cNvSpPr txBox="1">
            <a:spLocks noGrp="1"/>
          </p:cNvSpPr>
          <p:nvPr>
            <p:ph type="sldNum" idx="12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4" name="Google Shape;144;p16"/>
          <p:cNvSpPr txBox="1">
            <a:spLocks noGrp="1"/>
          </p:cNvSpPr>
          <p:nvPr>
            <p:ph type="body" idx="1"/>
          </p:nvPr>
        </p:nvSpPr>
        <p:spPr>
          <a:xfrm>
            <a:off x="1143217" y="3296069"/>
            <a:ext cx="4039374" cy="2419647"/>
          </a:xfrm>
          <a:prstGeom prst="rect">
            <a:avLst/>
          </a:prstGeom>
          <a:solidFill>
            <a:srgbClr val="DAD9FF"/>
          </a:solidFill>
          <a:ln>
            <a:noFill/>
          </a:ln>
        </p:spPr>
        <p:txBody>
          <a:bodyPr spcFirstLastPara="1" wrap="square" lIns="633600" tIns="824400" rIns="633600" bIns="824400" anchor="ctr" anchorCtr="0">
            <a:noAutofit/>
          </a:bodyPr>
          <a:lstStyle>
            <a:lvl1pPr marL="457200" lvl="0" indent="-228600" algn="ctr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7800F0"/>
              </a:buClr>
              <a:buSzPts val="2100"/>
              <a:buNone/>
              <a:defRPr sz="2100">
                <a:solidFill>
                  <a:srgbClr val="7800F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16"/>
          <p:cNvSpPr txBox="1">
            <a:spLocks noGrp="1"/>
          </p:cNvSpPr>
          <p:nvPr>
            <p:ph type="body" idx="3"/>
          </p:nvPr>
        </p:nvSpPr>
        <p:spPr>
          <a:xfrm>
            <a:off x="9826823" y="6122172"/>
            <a:ext cx="1793538" cy="313111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34950" algn="l">
              <a:lnSpc>
                <a:spcPct val="266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1pPr>
            <a:lvl2pPr marL="914400" lvl="1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2pPr>
            <a:lvl3pPr marL="1371600" lvl="2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3pPr>
            <a:lvl4pPr marL="1828800" lvl="3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4pPr>
            <a:lvl5pPr marL="2286000" lvl="4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 and wide text box">
  <p:cSld name="Image and wide text box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p17"/>
          <p:cNvSpPr txBox="1">
            <a:spLocks noGrp="1"/>
          </p:cNvSpPr>
          <p:nvPr>
            <p:ph type="dt" idx="10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17"/>
          <p:cNvSpPr txBox="1">
            <a:spLocks noGrp="1"/>
          </p:cNvSpPr>
          <p:nvPr>
            <p:ph type="ftr" idx="11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7"/>
          <p:cNvSpPr txBox="1">
            <a:spLocks noGrp="1"/>
          </p:cNvSpPr>
          <p:nvPr>
            <p:ph type="sldNum" idx="12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1" name="Google Shape;151;p17"/>
          <p:cNvSpPr txBox="1">
            <a:spLocks noGrp="1"/>
          </p:cNvSpPr>
          <p:nvPr>
            <p:ph type="body" idx="1"/>
          </p:nvPr>
        </p:nvSpPr>
        <p:spPr>
          <a:xfrm>
            <a:off x="1143217" y="3639011"/>
            <a:ext cx="6668774" cy="2076704"/>
          </a:xfrm>
          <a:prstGeom prst="rect">
            <a:avLst/>
          </a:prstGeom>
          <a:solidFill>
            <a:srgbClr val="7800F0"/>
          </a:solidFill>
          <a:ln>
            <a:noFill/>
          </a:ln>
        </p:spPr>
        <p:txBody>
          <a:bodyPr spcFirstLastPara="1" wrap="square" lIns="633600" tIns="824400" rIns="633600" bIns="824400" anchor="ctr" anchorCtr="0">
            <a:noAutofit/>
          </a:bodyPr>
          <a:lstStyle>
            <a:lvl1pPr marL="457200" lvl="0" indent="-22860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17"/>
          <p:cNvSpPr txBox="1">
            <a:spLocks noGrp="1"/>
          </p:cNvSpPr>
          <p:nvPr>
            <p:ph type="body" idx="3"/>
          </p:nvPr>
        </p:nvSpPr>
        <p:spPr>
          <a:xfrm>
            <a:off x="9826823" y="6122172"/>
            <a:ext cx="1793538" cy="313111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34950" algn="l">
              <a:lnSpc>
                <a:spcPct val="266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1pPr>
            <a:lvl2pPr marL="914400" lvl="1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2pPr>
            <a:lvl3pPr marL="1371600" lvl="2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3pPr>
            <a:lvl4pPr marL="1828800" lvl="3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4pPr>
            <a:lvl5pPr marL="2286000" lvl="4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 + shapes">
  <p:cSld name="Image + shapes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81563"/>
            <a:ext cx="12192194" cy="3276439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>
            <a:spLocks noGrp="1"/>
          </p:cNvSpPr>
          <p:nvPr>
            <p:ph type="pic" idx="2"/>
          </p:nvPr>
        </p:nvSpPr>
        <p:spPr>
          <a:xfrm>
            <a:off x="2" y="1"/>
            <a:ext cx="12191999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56" name="Google Shape;156;p18"/>
          <p:cNvSpPr txBox="1">
            <a:spLocks noGrp="1"/>
          </p:cNvSpPr>
          <p:nvPr>
            <p:ph type="dt" idx="10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8"/>
          <p:cNvSpPr txBox="1">
            <a:spLocks noGrp="1"/>
          </p:cNvSpPr>
          <p:nvPr>
            <p:ph type="ftr" idx="11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8"/>
          <p:cNvSpPr txBox="1">
            <a:spLocks noGrp="1"/>
          </p:cNvSpPr>
          <p:nvPr>
            <p:ph type="sldNum" idx="12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9" name="Google Shape;15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26823" y="6122172"/>
            <a:ext cx="1793538" cy="3131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 + shapes #2">
  <p:cSld name="Image + shapes #2">
    <p:bg>
      <p:bgPr>
        <a:solidFill>
          <a:srgbClr val="7800F0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"/>
          <p:cNvSpPr>
            <a:spLocks noGrp="1"/>
          </p:cNvSpPr>
          <p:nvPr>
            <p:ph type="pic" idx="2"/>
          </p:nvPr>
        </p:nvSpPr>
        <p:spPr>
          <a:xfrm>
            <a:off x="3231017" y="431407"/>
            <a:ext cx="8960983" cy="6426277"/>
          </a:xfrm>
          <a:prstGeom prst="rect">
            <a:avLst/>
          </a:prstGeom>
          <a:noFill/>
          <a:ln>
            <a:noFill/>
          </a:ln>
        </p:spPr>
      </p:sp>
      <p:sp>
        <p:nvSpPr>
          <p:cNvPr id="162" name="Google Shape;162;p19"/>
          <p:cNvSpPr txBox="1">
            <a:spLocks noGrp="1"/>
          </p:cNvSpPr>
          <p:nvPr>
            <p:ph type="dt" idx="10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9"/>
          <p:cNvSpPr txBox="1">
            <a:spLocks noGrp="1"/>
          </p:cNvSpPr>
          <p:nvPr>
            <p:ph type="ftr" idx="11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19"/>
          <p:cNvSpPr txBox="1">
            <a:spLocks noGrp="1"/>
          </p:cNvSpPr>
          <p:nvPr>
            <p:ph type="sldNum" idx="12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65" name="Google Shape;165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393292"/>
            <a:ext cx="4138469" cy="5464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609" y="572473"/>
            <a:ext cx="1793538" cy="3131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 + shapes #3">
  <p:cSld name="Image + shapes #3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>
            <a:spLocks noGrp="1"/>
          </p:cNvSpPr>
          <p:nvPr>
            <p:ph type="pic" idx="2"/>
          </p:nvPr>
        </p:nvSpPr>
        <p:spPr>
          <a:xfrm>
            <a:off x="2" y="1"/>
            <a:ext cx="12191999" cy="5841288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20"/>
          <p:cNvSpPr txBox="1">
            <a:spLocks noGrp="1"/>
          </p:cNvSpPr>
          <p:nvPr>
            <p:ph type="dt" idx="10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0"/>
          <p:cNvSpPr txBox="1">
            <a:spLocks noGrp="1"/>
          </p:cNvSpPr>
          <p:nvPr>
            <p:ph type="ftr" idx="11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20"/>
          <p:cNvSpPr txBox="1">
            <a:spLocks noGrp="1"/>
          </p:cNvSpPr>
          <p:nvPr>
            <p:ph type="sldNum" idx="12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72" name="Google Shape;172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489416"/>
            <a:ext cx="12192194" cy="436858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>
            <a:spLocks noGrp="1"/>
          </p:cNvSpPr>
          <p:nvPr>
            <p:ph type="title"/>
          </p:nvPr>
        </p:nvSpPr>
        <p:spPr>
          <a:xfrm>
            <a:off x="571537" y="4932795"/>
            <a:ext cx="4000760" cy="1212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sz="2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20"/>
          <p:cNvSpPr txBox="1">
            <a:spLocks noGrp="1"/>
          </p:cNvSpPr>
          <p:nvPr>
            <p:ph type="body" idx="1"/>
          </p:nvPr>
        </p:nvSpPr>
        <p:spPr>
          <a:xfrm>
            <a:off x="571609" y="572473"/>
            <a:ext cx="1793538" cy="31311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34950" algn="l">
              <a:lnSpc>
                <a:spcPct val="266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1pPr>
            <a:lvl2pPr marL="914400" lvl="1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2pPr>
            <a:lvl3pPr marL="1371600" lvl="2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3pPr>
            <a:lvl4pPr marL="1828800" lvl="3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4pPr>
            <a:lvl5pPr marL="2286000" lvl="4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and graph">
  <p:cSld name="Title, subtitle and graph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"/>
          <p:cNvSpPr txBox="1">
            <a:spLocks noGrp="1"/>
          </p:cNvSpPr>
          <p:nvPr>
            <p:ph type="title"/>
          </p:nvPr>
        </p:nvSpPr>
        <p:spPr>
          <a:xfrm>
            <a:off x="571609" y="506269"/>
            <a:ext cx="9145738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1"/>
          <p:cNvSpPr txBox="1">
            <a:spLocks noGrp="1"/>
          </p:cNvSpPr>
          <p:nvPr>
            <p:ph type="dt" idx="10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1"/>
          <p:cNvSpPr txBox="1">
            <a:spLocks noGrp="1"/>
          </p:cNvSpPr>
          <p:nvPr>
            <p:ph type="ftr" idx="11"/>
          </p:nvPr>
        </p:nvSpPr>
        <p:spPr>
          <a:xfrm>
            <a:off x="3564026" y="6327500"/>
            <a:ext cx="5063949" cy="153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66666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1"/>
          <p:cNvSpPr txBox="1">
            <a:spLocks noGrp="1"/>
          </p:cNvSpPr>
          <p:nvPr>
            <p:ph type="sldNum" idx="12"/>
          </p:nvPr>
        </p:nvSpPr>
        <p:spPr>
          <a:xfrm>
            <a:off x="10396189" y="6327500"/>
            <a:ext cx="1223303" cy="153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20000"/>
              </a:lnSpc>
              <a:spcBef>
                <a:spcPts val="0"/>
              </a:spcBef>
              <a:buNone/>
              <a:defRPr/>
            </a:lvl1pPr>
            <a:lvl2pPr marL="0" lvl="1" indent="0" algn="r">
              <a:lnSpc>
                <a:spcPct val="120000"/>
              </a:lnSpc>
              <a:spcBef>
                <a:spcPts val="0"/>
              </a:spcBef>
              <a:buNone/>
              <a:defRPr/>
            </a:lvl2pPr>
            <a:lvl3pPr marL="0" lvl="2" indent="0" algn="r">
              <a:lnSpc>
                <a:spcPct val="120000"/>
              </a:lnSpc>
              <a:spcBef>
                <a:spcPts val="0"/>
              </a:spcBef>
              <a:buNone/>
              <a:defRPr/>
            </a:lvl3pPr>
            <a:lvl4pPr marL="0" lvl="3" indent="0" algn="r">
              <a:lnSpc>
                <a:spcPct val="120000"/>
              </a:lnSpc>
              <a:spcBef>
                <a:spcPts val="0"/>
              </a:spcBef>
              <a:buNone/>
              <a:defRPr/>
            </a:lvl4pPr>
            <a:lvl5pPr marL="0" lvl="4" indent="0" algn="r">
              <a:lnSpc>
                <a:spcPct val="120000"/>
              </a:lnSpc>
              <a:spcBef>
                <a:spcPts val="0"/>
              </a:spcBef>
              <a:buNone/>
              <a:defRPr/>
            </a:lvl5pPr>
            <a:lvl6pPr marL="0" lvl="5" indent="0" algn="r">
              <a:lnSpc>
                <a:spcPct val="120000"/>
              </a:lnSpc>
              <a:spcBef>
                <a:spcPts val="0"/>
              </a:spcBef>
              <a:buNone/>
              <a:defRPr/>
            </a:lvl6pPr>
            <a:lvl7pPr marL="0" lvl="6" indent="0" algn="r">
              <a:lnSpc>
                <a:spcPct val="120000"/>
              </a:lnSpc>
              <a:spcBef>
                <a:spcPts val="0"/>
              </a:spcBef>
              <a:buNone/>
              <a:defRPr/>
            </a:lvl7pPr>
            <a:lvl8pPr marL="0" lvl="7" indent="0" algn="r">
              <a:lnSpc>
                <a:spcPct val="120000"/>
              </a:lnSpc>
              <a:spcBef>
                <a:spcPts val="0"/>
              </a:spcBef>
              <a:buNone/>
              <a:defRPr/>
            </a:lvl8pPr>
            <a:lvl9pPr marL="0" lvl="8" indent="0" algn="r">
              <a:lnSpc>
                <a:spcPct val="120000"/>
              </a:lnSpc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0" name="Google Shape;180;p21"/>
          <p:cNvSpPr txBox="1">
            <a:spLocks noGrp="1"/>
          </p:cNvSpPr>
          <p:nvPr>
            <p:ph type="body" idx="1"/>
          </p:nvPr>
        </p:nvSpPr>
        <p:spPr>
          <a:xfrm>
            <a:off x="571609" y="1093430"/>
            <a:ext cx="9145739" cy="308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5000"/>
              </a:lnSpc>
              <a:spcBef>
                <a:spcPts val="2000"/>
              </a:spcBef>
              <a:spcAft>
                <a:spcPts val="0"/>
              </a:spcAft>
              <a:buClr>
                <a:srgbClr val="7800F0"/>
              </a:buClr>
              <a:buSzPts val="2000"/>
              <a:buNone/>
              <a:defRPr sz="2000">
                <a:solidFill>
                  <a:srgbClr val="7800F0"/>
                </a:solidFill>
              </a:defRPr>
            </a:lvl1pPr>
            <a:lvl2pPr marL="914400" lvl="1" indent="-228600" algn="l">
              <a:lnSpc>
                <a:spcPct val="125500"/>
              </a:lnSpc>
              <a:spcBef>
                <a:spcPts val="0"/>
              </a:spcBef>
              <a:spcAft>
                <a:spcPts val="0"/>
              </a:spcAft>
              <a:buClr>
                <a:srgbClr val="7800F0"/>
              </a:buClr>
              <a:buSzPts val="2000"/>
              <a:buFont typeface="Arial"/>
              <a:buNone/>
              <a:defRPr sz="2000">
                <a:solidFill>
                  <a:srgbClr val="7800F0"/>
                </a:solidFill>
              </a:defRPr>
            </a:lvl2pPr>
            <a:lvl3pPr marL="1371600" lvl="2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1" name="Google Shape;181;p21"/>
          <p:cNvSpPr>
            <a:spLocks noGrp="1"/>
          </p:cNvSpPr>
          <p:nvPr>
            <p:ph type="chart" idx="2"/>
          </p:nvPr>
        </p:nvSpPr>
        <p:spPr>
          <a:xfrm>
            <a:off x="571609" y="2076704"/>
            <a:ext cx="11051094" cy="3734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33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graph">
  <p:cSld name="Title, text and graph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"/>
          <p:cNvSpPr txBox="1">
            <a:spLocks noGrp="1"/>
          </p:cNvSpPr>
          <p:nvPr>
            <p:ph type="title"/>
          </p:nvPr>
        </p:nvSpPr>
        <p:spPr>
          <a:xfrm>
            <a:off x="571610" y="508265"/>
            <a:ext cx="5341363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22"/>
          <p:cNvSpPr txBox="1">
            <a:spLocks noGrp="1"/>
          </p:cNvSpPr>
          <p:nvPr>
            <p:ph type="dt" idx="10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22"/>
          <p:cNvSpPr txBox="1">
            <a:spLocks noGrp="1"/>
          </p:cNvSpPr>
          <p:nvPr>
            <p:ph type="ftr" idx="11"/>
          </p:nvPr>
        </p:nvSpPr>
        <p:spPr>
          <a:xfrm>
            <a:off x="3564026" y="6327500"/>
            <a:ext cx="5063949" cy="153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66666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22"/>
          <p:cNvSpPr txBox="1">
            <a:spLocks noGrp="1"/>
          </p:cNvSpPr>
          <p:nvPr>
            <p:ph type="sldNum" idx="12"/>
          </p:nvPr>
        </p:nvSpPr>
        <p:spPr>
          <a:xfrm>
            <a:off x="10396189" y="6327500"/>
            <a:ext cx="1223303" cy="153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20000"/>
              </a:lnSpc>
              <a:spcBef>
                <a:spcPts val="0"/>
              </a:spcBef>
              <a:buNone/>
              <a:defRPr/>
            </a:lvl1pPr>
            <a:lvl2pPr marL="0" lvl="1" indent="0" algn="r">
              <a:lnSpc>
                <a:spcPct val="120000"/>
              </a:lnSpc>
              <a:spcBef>
                <a:spcPts val="0"/>
              </a:spcBef>
              <a:buNone/>
              <a:defRPr/>
            </a:lvl2pPr>
            <a:lvl3pPr marL="0" lvl="2" indent="0" algn="r">
              <a:lnSpc>
                <a:spcPct val="120000"/>
              </a:lnSpc>
              <a:spcBef>
                <a:spcPts val="0"/>
              </a:spcBef>
              <a:buNone/>
              <a:defRPr/>
            </a:lvl3pPr>
            <a:lvl4pPr marL="0" lvl="3" indent="0" algn="r">
              <a:lnSpc>
                <a:spcPct val="120000"/>
              </a:lnSpc>
              <a:spcBef>
                <a:spcPts val="0"/>
              </a:spcBef>
              <a:buNone/>
              <a:defRPr/>
            </a:lvl4pPr>
            <a:lvl5pPr marL="0" lvl="4" indent="0" algn="r">
              <a:lnSpc>
                <a:spcPct val="120000"/>
              </a:lnSpc>
              <a:spcBef>
                <a:spcPts val="0"/>
              </a:spcBef>
              <a:buNone/>
              <a:defRPr/>
            </a:lvl5pPr>
            <a:lvl6pPr marL="0" lvl="5" indent="0" algn="r">
              <a:lnSpc>
                <a:spcPct val="120000"/>
              </a:lnSpc>
              <a:spcBef>
                <a:spcPts val="0"/>
              </a:spcBef>
              <a:buNone/>
              <a:defRPr/>
            </a:lvl6pPr>
            <a:lvl7pPr marL="0" lvl="6" indent="0" algn="r">
              <a:lnSpc>
                <a:spcPct val="120000"/>
              </a:lnSpc>
              <a:spcBef>
                <a:spcPts val="0"/>
              </a:spcBef>
              <a:buNone/>
              <a:defRPr/>
            </a:lvl7pPr>
            <a:lvl8pPr marL="0" lvl="7" indent="0" algn="r">
              <a:lnSpc>
                <a:spcPct val="120000"/>
              </a:lnSpc>
              <a:spcBef>
                <a:spcPts val="0"/>
              </a:spcBef>
              <a:buNone/>
              <a:defRPr/>
            </a:lvl8pPr>
            <a:lvl9pPr marL="0" lvl="8" indent="0" algn="r">
              <a:lnSpc>
                <a:spcPct val="120000"/>
              </a:lnSpc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7" name="Google Shape;187;p22"/>
          <p:cNvSpPr>
            <a:spLocks noGrp="1"/>
          </p:cNvSpPr>
          <p:nvPr>
            <p:ph type="chart" idx="2"/>
          </p:nvPr>
        </p:nvSpPr>
        <p:spPr>
          <a:xfrm>
            <a:off x="6287695" y="571573"/>
            <a:ext cx="5335008" cy="5239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33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8" name="Google Shape;188;p22"/>
          <p:cNvSpPr txBox="1">
            <a:spLocks noGrp="1"/>
          </p:cNvSpPr>
          <p:nvPr>
            <p:ph type="body" idx="1"/>
          </p:nvPr>
        </p:nvSpPr>
        <p:spPr>
          <a:xfrm>
            <a:off x="571610" y="2034988"/>
            <a:ext cx="5341363" cy="3776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47777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and 2 graphs">
  <p:cSld name="Title, subtitle and 2 graphs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3"/>
          <p:cNvSpPr txBox="1">
            <a:spLocks noGrp="1"/>
          </p:cNvSpPr>
          <p:nvPr>
            <p:ph type="title"/>
          </p:nvPr>
        </p:nvSpPr>
        <p:spPr>
          <a:xfrm>
            <a:off x="571609" y="506269"/>
            <a:ext cx="9145738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23"/>
          <p:cNvSpPr txBox="1">
            <a:spLocks noGrp="1"/>
          </p:cNvSpPr>
          <p:nvPr>
            <p:ph type="dt" idx="10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ftr" idx="11"/>
          </p:nvPr>
        </p:nvSpPr>
        <p:spPr>
          <a:xfrm>
            <a:off x="3564026" y="6327500"/>
            <a:ext cx="5063949" cy="153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66666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23"/>
          <p:cNvSpPr txBox="1">
            <a:spLocks noGrp="1"/>
          </p:cNvSpPr>
          <p:nvPr>
            <p:ph type="sldNum" idx="12"/>
          </p:nvPr>
        </p:nvSpPr>
        <p:spPr>
          <a:xfrm>
            <a:off x="10396189" y="6327500"/>
            <a:ext cx="1223303" cy="153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20000"/>
              </a:lnSpc>
              <a:spcBef>
                <a:spcPts val="0"/>
              </a:spcBef>
              <a:buNone/>
              <a:defRPr/>
            </a:lvl1pPr>
            <a:lvl2pPr marL="0" lvl="1" indent="0" algn="r">
              <a:lnSpc>
                <a:spcPct val="120000"/>
              </a:lnSpc>
              <a:spcBef>
                <a:spcPts val="0"/>
              </a:spcBef>
              <a:buNone/>
              <a:defRPr/>
            </a:lvl2pPr>
            <a:lvl3pPr marL="0" lvl="2" indent="0" algn="r">
              <a:lnSpc>
                <a:spcPct val="120000"/>
              </a:lnSpc>
              <a:spcBef>
                <a:spcPts val="0"/>
              </a:spcBef>
              <a:buNone/>
              <a:defRPr/>
            </a:lvl3pPr>
            <a:lvl4pPr marL="0" lvl="3" indent="0" algn="r">
              <a:lnSpc>
                <a:spcPct val="120000"/>
              </a:lnSpc>
              <a:spcBef>
                <a:spcPts val="0"/>
              </a:spcBef>
              <a:buNone/>
              <a:defRPr/>
            </a:lvl4pPr>
            <a:lvl5pPr marL="0" lvl="4" indent="0" algn="r">
              <a:lnSpc>
                <a:spcPct val="120000"/>
              </a:lnSpc>
              <a:spcBef>
                <a:spcPts val="0"/>
              </a:spcBef>
              <a:buNone/>
              <a:defRPr/>
            </a:lvl5pPr>
            <a:lvl6pPr marL="0" lvl="5" indent="0" algn="r">
              <a:lnSpc>
                <a:spcPct val="120000"/>
              </a:lnSpc>
              <a:spcBef>
                <a:spcPts val="0"/>
              </a:spcBef>
              <a:buNone/>
              <a:defRPr/>
            </a:lvl6pPr>
            <a:lvl7pPr marL="0" lvl="6" indent="0" algn="r">
              <a:lnSpc>
                <a:spcPct val="120000"/>
              </a:lnSpc>
              <a:spcBef>
                <a:spcPts val="0"/>
              </a:spcBef>
              <a:buNone/>
              <a:defRPr/>
            </a:lvl7pPr>
            <a:lvl8pPr marL="0" lvl="7" indent="0" algn="r">
              <a:lnSpc>
                <a:spcPct val="120000"/>
              </a:lnSpc>
              <a:spcBef>
                <a:spcPts val="0"/>
              </a:spcBef>
              <a:buNone/>
              <a:defRPr/>
            </a:lvl8pPr>
            <a:lvl9pPr marL="0" lvl="8" indent="0" algn="r">
              <a:lnSpc>
                <a:spcPct val="120000"/>
              </a:lnSpc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body" idx="1"/>
          </p:nvPr>
        </p:nvSpPr>
        <p:spPr>
          <a:xfrm>
            <a:off x="571609" y="1093430"/>
            <a:ext cx="9145739" cy="308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5000"/>
              </a:lnSpc>
              <a:spcBef>
                <a:spcPts val="2000"/>
              </a:spcBef>
              <a:spcAft>
                <a:spcPts val="0"/>
              </a:spcAft>
              <a:buClr>
                <a:srgbClr val="7800F0"/>
              </a:buClr>
              <a:buSzPts val="2000"/>
              <a:buNone/>
              <a:defRPr sz="2000">
                <a:solidFill>
                  <a:srgbClr val="7800F0"/>
                </a:solidFill>
              </a:defRPr>
            </a:lvl1pPr>
            <a:lvl2pPr marL="914400" lvl="1" indent="-228600" algn="l">
              <a:lnSpc>
                <a:spcPct val="125500"/>
              </a:lnSpc>
              <a:spcBef>
                <a:spcPts val="0"/>
              </a:spcBef>
              <a:spcAft>
                <a:spcPts val="0"/>
              </a:spcAft>
              <a:buClr>
                <a:srgbClr val="7800F0"/>
              </a:buClr>
              <a:buSzPts val="2000"/>
              <a:buFont typeface="Arial"/>
              <a:buNone/>
              <a:defRPr sz="2000">
                <a:solidFill>
                  <a:srgbClr val="7800F0"/>
                </a:solidFill>
              </a:defRPr>
            </a:lvl2pPr>
            <a:lvl3pPr marL="1371600" lvl="2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5" name="Google Shape;195;p23"/>
          <p:cNvSpPr>
            <a:spLocks noGrp="1"/>
          </p:cNvSpPr>
          <p:nvPr>
            <p:ph type="chart" idx="2"/>
          </p:nvPr>
        </p:nvSpPr>
        <p:spPr>
          <a:xfrm>
            <a:off x="571609" y="2076704"/>
            <a:ext cx="5335008" cy="3734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33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6" name="Google Shape;196;p23"/>
          <p:cNvSpPr>
            <a:spLocks noGrp="1"/>
          </p:cNvSpPr>
          <p:nvPr>
            <p:ph type="chart" idx="3"/>
          </p:nvPr>
        </p:nvSpPr>
        <p:spPr>
          <a:xfrm>
            <a:off x="6285383" y="2076704"/>
            <a:ext cx="5335008" cy="3734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33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text and table">
  <p:cSld name="Title, subtitle, text and table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>
            <a:spLocks noGrp="1"/>
          </p:cNvSpPr>
          <p:nvPr>
            <p:ph type="title"/>
          </p:nvPr>
        </p:nvSpPr>
        <p:spPr>
          <a:xfrm>
            <a:off x="571609" y="506269"/>
            <a:ext cx="5341616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24"/>
          <p:cNvSpPr txBox="1">
            <a:spLocks noGrp="1"/>
          </p:cNvSpPr>
          <p:nvPr>
            <p:ph type="dt" idx="10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24"/>
          <p:cNvSpPr txBox="1">
            <a:spLocks noGrp="1"/>
          </p:cNvSpPr>
          <p:nvPr>
            <p:ph type="ftr" idx="11"/>
          </p:nvPr>
        </p:nvSpPr>
        <p:spPr>
          <a:xfrm>
            <a:off x="3564026" y="6327500"/>
            <a:ext cx="5063949" cy="153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66666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24"/>
          <p:cNvSpPr txBox="1">
            <a:spLocks noGrp="1"/>
          </p:cNvSpPr>
          <p:nvPr>
            <p:ph type="sldNum" idx="12"/>
          </p:nvPr>
        </p:nvSpPr>
        <p:spPr>
          <a:xfrm>
            <a:off x="10396189" y="6327500"/>
            <a:ext cx="1223303" cy="153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20000"/>
              </a:lnSpc>
              <a:spcBef>
                <a:spcPts val="0"/>
              </a:spcBef>
              <a:buNone/>
              <a:defRPr/>
            </a:lvl1pPr>
            <a:lvl2pPr marL="0" lvl="1" indent="0" algn="r">
              <a:lnSpc>
                <a:spcPct val="120000"/>
              </a:lnSpc>
              <a:spcBef>
                <a:spcPts val="0"/>
              </a:spcBef>
              <a:buNone/>
              <a:defRPr/>
            </a:lvl2pPr>
            <a:lvl3pPr marL="0" lvl="2" indent="0" algn="r">
              <a:lnSpc>
                <a:spcPct val="120000"/>
              </a:lnSpc>
              <a:spcBef>
                <a:spcPts val="0"/>
              </a:spcBef>
              <a:buNone/>
              <a:defRPr/>
            </a:lvl3pPr>
            <a:lvl4pPr marL="0" lvl="3" indent="0" algn="r">
              <a:lnSpc>
                <a:spcPct val="120000"/>
              </a:lnSpc>
              <a:spcBef>
                <a:spcPts val="0"/>
              </a:spcBef>
              <a:buNone/>
              <a:defRPr/>
            </a:lvl4pPr>
            <a:lvl5pPr marL="0" lvl="4" indent="0" algn="r">
              <a:lnSpc>
                <a:spcPct val="120000"/>
              </a:lnSpc>
              <a:spcBef>
                <a:spcPts val="0"/>
              </a:spcBef>
              <a:buNone/>
              <a:defRPr/>
            </a:lvl5pPr>
            <a:lvl6pPr marL="0" lvl="5" indent="0" algn="r">
              <a:lnSpc>
                <a:spcPct val="120000"/>
              </a:lnSpc>
              <a:spcBef>
                <a:spcPts val="0"/>
              </a:spcBef>
              <a:buNone/>
              <a:defRPr/>
            </a:lvl6pPr>
            <a:lvl7pPr marL="0" lvl="6" indent="0" algn="r">
              <a:lnSpc>
                <a:spcPct val="120000"/>
              </a:lnSpc>
              <a:spcBef>
                <a:spcPts val="0"/>
              </a:spcBef>
              <a:buNone/>
              <a:defRPr/>
            </a:lvl7pPr>
            <a:lvl8pPr marL="0" lvl="7" indent="0" algn="r">
              <a:lnSpc>
                <a:spcPct val="120000"/>
              </a:lnSpc>
              <a:spcBef>
                <a:spcPts val="0"/>
              </a:spcBef>
              <a:buNone/>
              <a:defRPr/>
            </a:lvl8pPr>
            <a:lvl9pPr marL="0" lvl="8" indent="0" algn="r">
              <a:lnSpc>
                <a:spcPct val="120000"/>
              </a:lnSpc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2" name="Google Shape;202;p24"/>
          <p:cNvSpPr txBox="1">
            <a:spLocks noGrp="1"/>
          </p:cNvSpPr>
          <p:nvPr>
            <p:ph type="body" idx="1"/>
          </p:nvPr>
        </p:nvSpPr>
        <p:spPr>
          <a:xfrm>
            <a:off x="571609" y="1093430"/>
            <a:ext cx="5341616" cy="308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5000"/>
              </a:lnSpc>
              <a:spcBef>
                <a:spcPts val="2000"/>
              </a:spcBef>
              <a:spcAft>
                <a:spcPts val="0"/>
              </a:spcAft>
              <a:buClr>
                <a:srgbClr val="7800F0"/>
              </a:buClr>
              <a:buSzPts val="2000"/>
              <a:buNone/>
              <a:defRPr sz="2000">
                <a:solidFill>
                  <a:srgbClr val="7800F0"/>
                </a:solidFill>
              </a:defRPr>
            </a:lvl1pPr>
            <a:lvl2pPr marL="914400" lvl="1" indent="-228600" algn="l">
              <a:lnSpc>
                <a:spcPct val="125500"/>
              </a:lnSpc>
              <a:spcBef>
                <a:spcPts val="0"/>
              </a:spcBef>
              <a:spcAft>
                <a:spcPts val="0"/>
              </a:spcAft>
              <a:buClr>
                <a:srgbClr val="7800F0"/>
              </a:buClr>
              <a:buSzPts val="2000"/>
              <a:buFont typeface="Arial"/>
              <a:buNone/>
              <a:defRPr sz="2000">
                <a:solidFill>
                  <a:srgbClr val="7800F0"/>
                </a:solidFill>
              </a:defRPr>
            </a:lvl2pPr>
            <a:lvl3pPr marL="1371600" lvl="2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3" name="Google Shape;203;p24"/>
          <p:cNvSpPr txBox="1">
            <a:spLocks noGrp="1"/>
          </p:cNvSpPr>
          <p:nvPr>
            <p:ph type="body" idx="2"/>
          </p:nvPr>
        </p:nvSpPr>
        <p:spPr>
          <a:xfrm>
            <a:off x="571610" y="2034988"/>
            <a:ext cx="5341363" cy="3776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47777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4" name="Google Shape;204;p24"/>
          <p:cNvSpPr>
            <a:spLocks noGrp="1"/>
          </p:cNvSpPr>
          <p:nvPr>
            <p:ph type="tbl" idx="3"/>
          </p:nvPr>
        </p:nvSpPr>
        <p:spPr>
          <a:xfrm>
            <a:off x="6287695" y="571572"/>
            <a:ext cx="5335008" cy="5239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and table">
  <p:cSld name="Title, subtitle and table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>
            <a:spLocks noGrp="1"/>
          </p:cNvSpPr>
          <p:nvPr>
            <p:ph type="title"/>
          </p:nvPr>
        </p:nvSpPr>
        <p:spPr>
          <a:xfrm>
            <a:off x="571609" y="506269"/>
            <a:ext cx="9145738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5"/>
          <p:cNvSpPr txBox="1">
            <a:spLocks noGrp="1"/>
          </p:cNvSpPr>
          <p:nvPr>
            <p:ph type="dt" idx="10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25"/>
          <p:cNvSpPr txBox="1">
            <a:spLocks noGrp="1"/>
          </p:cNvSpPr>
          <p:nvPr>
            <p:ph type="ftr" idx="11"/>
          </p:nvPr>
        </p:nvSpPr>
        <p:spPr>
          <a:xfrm>
            <a:off x="3564026" y="6327500"/>
            <a:ext cx="5063949" cy="153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66666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25"/>
          <p:cNvSpPr txBox="1">
            <a:spLocks noGrp="1"/>
          </p:cNvSpPr>
          <p:nvPr>
            <p:ph type="sldNum" idx="12"/>
          </p:nvPr>
        </p:nvSpPr>
        <p:spPr>
          <a:xfrm>
            <a:off x="10396189" y="6327500"/>
            <a:ext cx="1223303" cy="153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20000"/>
              </a:lnSpc>
              <a:spcBef>
                <a:spcPts val="0"/>
              </a:spcBef>
              <a:buNone/>
              <a:defRPr/>
            </a:lvl1pPr>
            <a:lvl2pPr marL="0" lvl="1" indent="0" algn="r">
              <a:lnSpc>
                <a:spcPct val="120000"/>
              </a:lnSpc>
              <a:spcBef>
                <a:spcPts val="0"/>
              </a:spcBef>
              <a:buNone/>
              <a:defRPr/>
            </a:lvl2pPr>
            <a:lvl3pPr marL="0" lvl="2" indent="0" algn="r">
              <a:lnSpc>
                <a:spcPct val="120000"/>
              </a:lnSpc>
              <a:spcBef>
                <a:spcPts val="0"/>
              </a:spcBef>
              <a:buNone/>
              <a:defRPr/>
            </a:lvl3pPr>
            <a:lvl4pPr marL="0" lvl="3" indent="0" algn="r">
              <a:lnSpc>
                <a:spcPct val="120000"/>
              </a:lnSpc>
              <a:spcBef>
                <a:spcPts val="0"/>
              </a:spcBef>
              <a:buNone/>
              <a:defRPr/>
            </a:lvl4pPr>
            <a:lvl5pPr marL="0" lvl="4" indent="0" algn="r">
              <a:lnSpc>
                <a:spcPct val="120000"/>
              </a:lnSpc>
              <a:spcBef>
                <a:spcPts val="0"/>
              </a:spcBef>
              <a:buNone/>
              <a:defRPr/>
            </a:lvl5pPr>
            <a:lvl6pPr marL="0" lvl="5" indent="0" algn="r">
              <a:lnSpc>
                <a:spcPct val="120000"/>
              </a:lnSpc>
              <a:spcBef>
                <a:spcPts val="0"/>
              </a:spcBef>
              <a:buNone/>
              <a:defRPr/>
            </a:lvl6pPr>
            <a:lvl7pPr marL="0" lvl="6" indent="0" algn="r">
              <a:lnSpc>
                <a:spcPct val="120000"/>
              </a:lnSpc>
              <a:spcBef>
                <a:spcPts val="0"/>
              </a:spcBef>
              <a:buNone/>
              <a:defRPr/>
            </a:lvl7pPr>
            <a:lvl8pPr marL="0" lvl="7" indent="0" algn="r">
              <a:lnSpc>
                <a:spcPct val="120000"/>
              </a:lnSpc>
              <a:spcBef>
                <a:spcPts val="0"/>
              </a:spcBef>
              <a:buNone/>
              <a:defRPr/>
            </a:lvl8pPr>
            <a:lvl9pPr marL="0" lvl="8" indent="0" algn="r">
              <a:lnSpc>
                <a:spcPct val="120000"/>
              </a:lnSpc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0" name="Google Shape;210;p25"/>
          <p:cNvSpPr txBox="1">
            <a:spLocks noGrp="1"/>
          </p:cNvSpPr>
          <p:nvPr>
            <p:ph type="body" idx="1"/>
          </p:nvPr>
        </p:nvSpPr>
        <p:spPr>
          <a:xfrm>
            <a:off x="571609" y="1093430"/>
            <a:ext cx="9145739" cy="308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5000"/>
              </a:lnSpc>
              <a:spcBef>
                <a:spcPts val="2000"/>
              </a:spcBef>
              <a:spcAft>
                <a:spcPts val="0"/>
              </a:spcAft>
              <a:buClr>
                <a:srgbClr val="7800F0"/>
              </a:buClr>
              <a:buSzPts val="2000"/>
              <a:buNone/>
              <a:defRPr sz="2000">
                <a:solidFill>
                  <a:srgbClr val="7800F0"/>
                </a:solidFill>
              </a:defRPr>
            </a:lvl1pPr>
            <a:lvl2pPr marL="914400" lvl="1" indent="-228600" algn="l">
              <a:lnSpc>
                <a:spcPct val="125500"/>
              </a:lnSpc>
              <a:spcBef>
                <a:spcPts val="0"/>
              </a:spcBef>
              <a:spcAft>
                <a:spcPts val="0"/>
              </a:spcAft>
              <a:buClr>
                <a:srgbClr val="7800F0"/>
              </a:buClr>
              <a:buSzPts val="2000"/>
              <a:buFont typeface="Arial"/>
              <a:buNone/>
              <a:defRPr sz="2000">
                <a:solidFill>
                  <a:srgbClr val="7800F0"/>
                </a:solidFill>
              </a:defRPr>
            </a:lvl2pPr>
            <a:lvl3pPr marL="1371600" lvl="2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4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1" name="Google Shape;211;p25"/>
          <p:cNvSpPr>
            <a:spLocks noGrp="1"/>
          </p:cNvSpPr>
          <p:nvPr>
            <p:ph type="tbl" idx="2"/>
          </p:nvPr>
        </p:nvSpPr>
        <p:spPr>
          <a:xfrm>
            <a:off x="571609" y="2076704"/>
            <a:ext cx="11051094" cy="3734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d slide with text">
  <p:cSld name="End slide with text">
    <p:bg>
      <p:bgPr>
        <a:solidFill>
          <a:srgbClr val="7800F0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>
            <a:spLocks noGrp="1"/>
          </p:cNvSpPr>
          <p:nvPr>
            <p:ph type="title"/>
          </p:nvPr>
        </p:nvSpPr>
        <p:spPr>
          <a:xfrm>
            <a:off x="2958909" y="2551180"/>
            <a:ext cx="6274183" cy="1731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D9B1"/>
              </a:buClr>
              <a:buSzPts val="6000"/>
              <a:buFont typeface="Arial"/>
              <a:buNone/>
              <a:defRPr sz="6000">
                <a:solidFill>
                  <a:srgbClr val="FFD9B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26"/>
          <p:cNvSpPr txBox="1">
            <a:spLocks noGrp="1"/>
          </p:cNvSpPr>
          <p:nvPr>
            <p:ph type="dt" idx="10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26"/>
          <p:cNvSpPr txBox="1">
            <a:spLocks noGrp="1"/>
          </p:cNvSpPr>
          <p:nvPr>
            <p:ph type="ftr" idx="11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26"/>
          <p:cNvSpPr txBox="1">
            <a:spLocks noGrp="1"/>
          </p:cNvSpPr>
          <p:nvPr>
            <p:ph type="sldNum" idx="12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7" name="Google Shape;217;p26"/>
          <p:cNvSpPr txBox="1">
            <a:spLocks noGrp="1"/>
          </p:cNvSpPr>
          <p:nvPr>
            <p:ph type="body" idx="1"/>
          </p:nvPr>
        </p:nvSpPr>
        <p:spPr>
          <a:xfrm>
            <a:off x="4882093" y="6020547"/>
            <a:ext cx="2427813" cy="423841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34950" algn="l">
              <a:lnSpc>
                <a:spcPct val="266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1pPr>
            <a:lvl2pPr marL="914400" lvl="1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2pPr>
            <a:lvl3pPr marL="1371600" lvl="2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3pPr>
            <a:lvl4pPr marL="1828800" lvl="3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4pPr>
            <a:lvl5pPr marL="2286000" lvl="4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d slide with image">
  <p:cSld name="End slide with image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27"/>
          <p:cNvSpPr txBox="1">
            <a:spLocks noGrp="1"/>
          </p:cNvSpPr>
          <p:nvPr>
            <p:ph type="dt" idx="10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27"/>
          <p:cNvSpPr txBox="1">
            <a:spLocks noGrp="1"/>
          </p:cNvSpPr>
          <p:nvPr>
            <p:ph type="ftr" idx="11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7"/>
          <p:cNvSpPr txBox="1">
            <a:spLocks noGrp="1"/>
          </p:cNvSpPr>
          <p:nvPr>
            <p:ph type="sldNum" idx="12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3" name="Google Shape;223;p27"/>
          <p:cNvSpPr txBox="1">
            <a:spLocks noGrp="1"/>
          </p:cNvSpPr>
          <p:nvPr>
            <p:ph type="body" idx="1"/>
          </p:nvPr>
        </p:nvSpPr>
        <p:spPr>
          <a:xfrm>
            <a:off x="3358548" y="2951103"/>
            <a:ext cx="5474904" cy="955794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34950" algn="l">
              <a:lnSpc>
                <a:spcPct val="266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1pPr>
            <a:lvl2pPr marL="914400" lvl="1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2pPr>
            <a:lvl3pPr marL="1371600" lvl="2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3pPr>
            <a:lvl4pPr marL="1828800" lvl="3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4pPr>
            <a:lvl5pPr marL="2286000" lvl="4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d slide with image and white logo">
  <p:cSld name="End slide with image and white logo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8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28"/>
          <p:cNvSpPr txBox="1">
            <a:spLocks noGrp="1"/>
          </p:cNvSpPr>
          <p:nvPr>
            <p:ph type="dt" idx="10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28"/>
          <p:cNvSpPr txBox="1">
            <a:spLocks noGrp="1"/>
          </p:cNvSpPr>
          <p:nvPr>
            <p:ph type="ftr" idx="11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8"/>
          <p:cNvSpPr txBox="1">
            <a:spLocks noGrp="1"/>
          </p:cNvSpPr>
          <p:nvPr>
            <p:ph type="sldNum" idx="12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9" name="Google Shape;229;p28"/>
          <p:cNvSpPr txBox="1">
            <a:spLocks noGrp="1"/>
          </p:cNvSpPr>
          <p:nvPr>
            <p:ph type="body" idx="1"/>
          </p:nvPr>
        </p:nvSpPr>
        <p:spPr>
          <a:xfrm>
            <a:off x="3358548" y="2951103"/>
            <a:ext cx="5474904" cy="955794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34950" algn="l">
              <a:lnSpc>
                <a:spcPct val="266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1pPr>
            <a:lvl2pPr marL="914400" lvl="1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2pPr>
            <a:lvl3pPr marL="1371600" lvl="2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3pPr>
            <a:lvl4pPr marL="1828800" lvl="3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4pPr>
            <a:lvl5pPr marL="2286000" lvl="4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d slide with shapes">
  <p:cSld name="End slide with shapes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9"/>
          <p:cNvPicPr preferRelativeResize="0"/>
          <p:nvPr/>
        </p:nvPicPr>
        <p:blipFill rotWithShape="1">
          <a:blip r:embed="rId2">
            <a:alphaModFix/>
          </a:blip>
          <a:srcRect l="3" r="2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9"/>
          <p:cNvSpPr txBox="1">
            <a:spLocks noGrp="1"/>
          </p:cNvSpPr>
          <p:nvPr>
            <p:ph type="dt" idx="10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29"/>
          <p:cNvSpPr txBox="1">
            <a:spLocks noGrp="1"/>
          </p:cNvSpPr>
          <p:nvPr>
            <p:ph type="ftr" idx="11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29"/>
          <p:cNvSpPr txBox="1">
            <a:spLocks noGrp="1"/>
          </p:cNvSpPr>
          <p:nvPr>
            <p:ph type="sldNum" idx="12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5" name="Google Shape;235;p29"/>
          <p:cNvSpPr txBox="1">
            <a:spLocks noGrp="1"/>
          </p:cNvSpPr>
          <p:nvPr>
            <p:ph type="body" idx="1"/>
          </p:nvPr>
        </p:nvSpPr>
        <p:spPr>
          <a:xfrm>
            <a:off x="3358548" y="2951103"/>
            <a:ext cx="5474904" cy="95579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34950" algn="l">
              <a:lnSpc>
                <a:spcPct val="266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1pPr>
            <a:lvl2pPr marL="914400" lvl="1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2pPr>
            <a:lvl3pPr marL="1371600" lvl="2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3pPr>
            <a:lvl4pPr marL="1828800" lvl="3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4pPr>
            <a:lvl5pPr marL="2286000" lvl="4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d slide with shapes #2">
  <p:cSld name="End slide with shapes #2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0"/>
          <p:cNvSpPr txBox="1">
            <a:spLocks noGrp="1"/>
          </p:cNvSpPr>
          <p:nvPr>
            <p:ph type="dt" idx="10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30"/>
          <p:cNvSpPr txBox="1">
            <a:spLocks noGrp="1"/>
          </p:cNvSpPr>
          <p:nvPr>
            <p:ph type="ftr" idx="11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30"/>
          <p:cNvSpPr txBox="1">
            <a:spLocks noGrp="1"/>
          </p:cNvSpPr>
          <p:nvPr>
            <p:ph type="sldNum" idx="12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1" name="Google Shape;241;p30"/>
          <p:cNvSpPr txBox="1">
            <a:spLocks noGrp="1"/>
          </p:cNvSpPr>
          <p:nvPr>
            <p:ph type="body" idx="1"/>
          </p:nvPr>
        </p:nvSpPr>
        <p:spPr>
          <a:xfrm>
            <a:off x="3358548" y="2951103"/>
            <a:ext cx="5474904" cy="95579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34950" algn="l">
              <a:lnSpc>
                <a:spcPct val="266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1pPr>
            <a:lvl2pPr marL="914400" lvl="1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2pPr>
            <a:lvl3pPr marL="1371600" lvl="2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3pPr>
            <a:lvl4pPr marL="1828800" lvl="3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4pPr>
            <a:lvl5pPr marL="2286000" lvl="4" indent="-234950" algn="l">
              <a:lnSpc>
                <a:spcPct val="26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Char char="•"/>
              <a:defRPr sz="100"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203200" y="220134"/>
            <a:ext cx="11777013" cy="604078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3052" y="2723095"/>
            <a:ext cx="5754683" cy="206904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3052" y="5232400"/>
            <a:ext cx="5754683" cy="711200"/>
          </a:xfrm>
        </p:spPr>
        <p:txBody>
          <a:bodyPr lIns="0" rIns="0">
            <a:normAutofit/>
          </a:bodyPr>
          <a:lstStyle>
            <a:lvl1pPr marL="0" indent="0" algn="l">
              <a:buNone/>
              <a:defRPr sz="1000">
                <a:solidFill>
                  <a:schemeClr val="accent1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nb-N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A370975-CB35-024B-B5C8-CC31BB415381}" type="datetime1">
              <a:rPr lang="nb-NO" smtClean="0"/>
              <a:t>27.09.2026</a:t>
            </a:fld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8385D78-4187-AD4C-B928-A8579EE9A756}" type="slidenum">
              <a:rPr lang="nb-NO" smtClean="0"/>
              <a:pPr/>
              <a:t>‹#›</a:t>
            </a:fld>
            <a:endParaRPr lang="nb-NO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3"/>
          </p:nvPr>
        </p:nvSpPr>
        <p:spPr>
          <a:xfrm>
            <a:off x="6874933" y="292379"/>
            <a:ext cx="5105400" cy="5968537"/>
          </a:xfrm>
          <a:solidFill>
            <a:srgbClr val="7E949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nb-NO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659383" y="5031341"/>
            <a:ext cx="430844" cy="0"/>
          </a:xfrm>
          <a:prstGeom prst="line">
            <a:avLst/>
          </a:prstGeom>
          <a:ln w="6350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 userDrawn="1"/>
        </p:nvSpPr>
        <p:spPr>
          <a:xfrm>
            <a:off x="205428" y="220965"/>
            <a:ext cx="11774787" cy="71412"/>
          </a:xfrm>
          <a:prstGeom prst="rect">
            <a:avLst/>
          </a:prstGeom>
          <a:solidFill>
            <a:srgbClr val="4B4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16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160" y="284407"/>
            <a:ext cx="3664613" cy="1435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874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F3A42-6A4E-1F47-BEF9-20A0978B421A}" type="datetime1">
              <a:rPr lang="nb-NO" smtClean="0"/>
              <a:t>27.09.2026</a:t>
            </a:fld>
            <a:endParaRPr lang="nb-N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85D78-4187-AD4C-B928-A8579EE9A756}" type="slidenum">
              <a:rPr lang="nb-NO" smtClean="0"/>
              <a:t>‹#›</a:t>
            </a:fld>
            <a:endParaRPr lang="nb-NO"/>
          </a:p>
        </p:txBody>
      </p:sp>
      <p:sp>
        <p:nvSpPr>
          <p:cNvPr id="7" name="Rectangle 6"/>
          <p:cNvSpPr/>
          <p:nvPr userDrawn="1"/>
        </p:nvSpPr>
        <p:spPr>
          <a:xfrm>
            <a:off x="205428" y="220965"/>
            <a:ext cx="11774787" cy="71412"/>
          </a:xfrm>
          <a:prstGeom prst="rect">
            <a:avLst/>
          </a:prstGeom>
          <a:solidFill>
            <a:srgbClr val="4B4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874806" y="1780141"/>
            <a:ext cx="430844" cy="0"/>
          </a:xfrm>
          <a:prstGeom prst="line">
            <a:avLst/>
          </a:prstGeom>
          <a:ln w="6350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71600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ex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006" y="2126457"/>
            <a:ext cx="5258772" cy="38002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682A3-06B6-6749-9F7A-2916A03F484F}" type="datetime1">
              <a:rPr lang="nb-NO" smtClean="0"/>
              <a:t>27.09.2026</a:t>
            </a:fld>
            <a:endParaRPr lang="nb-N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85D78-4187-AD4C-B928-A8579EE9A756}" type="slidenum">
              <a:rPr lang="nb-NO" smtClean="0"/>
              <a:t>‹#›</a:t>
            </a:fld>
            <a:endParaRPr lang="nb-NO"/>
          </a:p>
        </p:txBody>
      </p:sp>
      <p:sp>
        <p:nvSpPr>
          <p:cNvPr id="7" name="Rectangle 6"/>
          <p:cNvSpPr/>
          <p:nvPr userDrawn="1"/>
        </p:nvSpPr>
        <p:spPr>
          <a:xfrm>
            <a:off x="205428" y="220965"/>
            <a:ext cx="11774787" cy="71412"/>
          </a:xfrm>
          <a:prstGeom prst="rect">
            <a:avLst/>
          </a:prstGeom>
          <a:solidFill>
            <a:srgbClr val="4B4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874806" y="1780141"/>
            <a:ext cx="430844" cy="0"/>
          </a:xfrm>
          <a:prstGeom prst="line">
            <a:avLst/>
          </a:prstGeom>
          <a:ln w="6350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/>
          <p:cNvSpPr>
            <a:spLocks noGrp="1"/>
          </p:cNvSpPr>
          <p:nvPr>
            <p:ph idx="13"/>
          </p:nvPr>
        </p:nvSpPr>
        <p:spPr>
          <a:xfrm>
            <a:off x="6231827" y="2126457"/>
            <a:ext cx="5258772" cy="38002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7871303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 + Tex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5606" y="570881"/>
            <a:ext cx="5458263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13806" y="2126457"/>
            <a:ext cx="5550063" cy="38002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8946D-D622-424F-8802-2FB8329B651D}" type="datetime1">
              <a:rPr lang="nb-NO" smtClean="0"/>
              <a:t>27.09.2026</a:t>
            </a:fld>
            <a:endParaRPr lang="nb-N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85D78-4187-AD4C-B928-A8579EE9A756}" type="slidenum">
              <a:rPr lang="nb-NO" smtClean="0"/>
              <a:t>‹#›</a:t>
            </a:fld>
            <a:endParaRPr lang="nb-NO"/>
          </a:p>
        </p:txBody>
      </p:sp>
      <p:sp>
        <p:nvSpPr>
          <p:cNvPr id="8" name="Rectangle 7"/>
          <p:cNvSpPr/>
          <p:nvPr userDrawn="1"/>
        </p:nvSpPr>
        <p:spPr>
          <a:xfrm>
            <a:off x="5538420" y="220965"/>
            <a:ext cx="6441795" cy="71412"/>
          </a:xfrm>
          <a:prstGeom prst="rect">
            <a:avLst/>
          </a:prstGeom>
          <a:solidFill>
            <a:srgbClr val="4B4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0" name="Picture Placeholder 11"/>
          <p:cNvSpPr>
            <a:spLocks noGrp="1"/>
          </p:cNvSpPr>
          <p:nvPr>
            <p:ph type="pic" sz="quarter" idx="13"/>
          </p:nvPr>
        </p:nvSpPr>
        <p:spPr>
          <a:xfrm>
            <a:off x="203200" y="220134"/>
            <a:ext cx="5105400" cy="6040780"/>
          </a:xfrm>
          <a:solidFill>
            <a:srgbClr val="7E949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nb-NO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6005606" y="1780141"/>
            <a:ext cx="430844" cy="0"/>
          </a:xfrm>
          <a:prstGeom prst="line">
            <a:avLst/>
          </a:prstGeom>
          <a:ln w="6350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801049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ic –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06" y="570881"/>
            <a:ext cx="5458263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9806" y="2126457"/>
            <a:ext cx="5550063" cy="38002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DE1C8-95FA-0C44-B65E-22A00A393EAE}" type="datetime1">
              <a:rPr lang="nb-NO" smtClean="0"/>
              <a:t>27.09.2026</a:t>
            </a:fld>
            <a:endParaRPr lang="nb-N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85D78-4187-AD4C-B928-A8579EE9A756}" type="slidenum">
              <a:rPr lang="nb-NO" smtClean="0"/>
              <a:t>‹#›</a:t>
            </a:fld>
            <a:endParaRPr lang="nb-NO"/>
          </a:p>
        </p:txBody>
      </p:sp>
      <p:sp>
        <p:nvSpPr>
          <p:cNvPr id="8" name="Rectangle 7"/>
          <p:cNvSpPr/>
          <p:nvPr userDrawn="1"/>
        </p:nvSpPr>
        <p:spPr>
          <a:xfrm>
            <a:off x="204420" y="220965"/>
            <a:ext cx="6441795" cy="71412"/>
          </a:xfrm>
          <a:prstGeom prst="rect">
            <a:avLst/>
          </a:prstGeom>
          <a:solidFill>
            <a:srgbClr val="4B4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0" name="Picture Placeholder 11"/>
          <p:cNvSpPr>
            <a:spLocks noGrp="1"/>
          </p:cNvSpPr>
          <p:nvPr>
            <p:ph type="pic" sz="quarter" idx="13"/>
          </p:nvPr>
        </p:nvSpPr>
        <p:spPr>
          <a:xfrm>
            <a:off x="6874813" y="220134"/>
            <a:ext cx="5105400" cy="6040780"/>
          </a:xfrm>
          <a:solidFill>
            <a:srgbClr val="7E949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nb-NO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671606" y="1780141"/>
            <a:ext cx="430844" cy="0"/>
          </a:xfrm>
          <a:prstGeom prst="line">
            <a:avLst/>
          </a:prstGeom>
          <a:ln w="6350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59885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+ Tex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5606" y="570881"/>
            <a:ext cx="5458263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13806" y="2126457"/>
            <a:ext cx="5550063" cy="38002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284E7-553A-544F-B01D-3C7B5F9972AA}" type="datetime1">
              <a:rPr lang="nb-NO" smtClean="0"/>
              <a:t>27.09.2026</a:t>
            </a:fld>
            <a:endParaRPr lang="nb-N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85D78-4187-AD4C-B928-A8579EE9A756}" type="slidenum">
              <a:rPr lang="nb-NO" smtClean="0"/>
              <a:t>‹#›</a:t>
            </a:fld>
            <a:endParaRPr lang="nb-NO"/>
          </a:p>
        </p:txBody>
      </p:sp>
      <p:sp>
        <p:nvSpPr>
          <p:cNvPr id="8" name="Rectangle 7"/>
          <p:cNvSpPr/>
          <p:nvPr userDrawn="1"/>
        </p:nvSpPr>
        <p:spPr>
          <a:xfrm>
            <a:off x="5538420" y="220965"/>
            <a:ext cx="6441795" cy="71412"/>
          </a:xfrm>
          <a:prstGeom prst="rect">
            <a:avLst/>
          </a:prstGeom>
          <a:solidFill>
            <a:srgbClr val="4B4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6005606" y="1780141"/>
            <a:ext cx="430844" cy="0"/>
          </a:xfrm>
          <a:prstGeom prst="line">
            <a:avLst/>
          </a:prstGeom>
          <a:ln w="6350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203200" y="220134"/>
            <a:ext cx="5105400" cy="604078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3" hasCustomPrompt="1"/>
          </p:nvPr>
        </p:nvSpPr>
        <p:spPr>
          <a:xfrm>
            <a:off x="203200" y="220134"/>
            <a:ext cx="5105400" cy="6040780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nb-NO" dirty="0"/>
              <a:t>Graph / </a:t>
            </a:r>
            <a:r>
              <a:rPr lang="nb-NO" dirty="0" err="1"/>
              <a:t>Smartart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59769366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Graph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06" y="570881"/>
            <a:ext cx="5458263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9806" y="2126457"/>
            <a:ext cx="5550063" cy="38002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58A71-EED5-D543-A9ED-B6BEFC298E42}" type="datetime1">
              <a:rPr lang="nb-NO" smtClean="0"/>
              <a:t>27.09.2026</a:t>
            </a:fld>
            <a:endParaRPr lang="nb-N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85D78-4187-AD4C-B928-A8579EE9A756}" type="slidenum">
              <a:rPr lang="nb-NO" smtClean="0"/>
              <a:t>‹#›</a:t>
            </a:fld>
            <a:endParaRPr lang="nb-NO"/>
          </a:p>
        </p:txBody>
      </p:sp>
      <p:sp>
        <p:nvSpPr>
          <p:cNvPr id="8" name="Rectangle 7"/>
          <p:cNvSpPr/>
          <p:nvPr userDrawn="1"/>
        </p:nvSpPr>
        <p:spPr>
          <a:xfrm>
            <a:off x="204420" y="220965"/>
            <a:ext cx="6441795" cy="71412"/>
          </a:xfrm>
          <a:prstGeom prst="rect">
            <a:avLst/>
          </a:prstGeom>
          <a:solidFill>
            <a:srgbClr val="4B4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671606" y="1780141"/>
            <a:ext cx="430844" cy="0"/>
          </a:xfrm>
          <a:prstGeom prst="line">
            <a:avLst/>
          </a:prstGeom>
          <a:ln w="6350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 userDrawn="1"/>
        </p:nvSpPr>
        <p:spPr>
          <a:xfrm>
            <a:off x="6874813" y="220134"/>
            <a:ext cx="5105400" cy="604078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3" name="Content Placeholder 17"/>
          <p:cNvSpPr>
            <a:spLocks noGrp="1"/>
          </p:cNvSpPr>
          <p:nvPr>
            <p:ph sz="quarter" idx="13" hasCustomPrompt="1"/>
          </p:nvPr>
        </p:nvSpPr>
        <p:spPr>
          <a:xfrm>
            <a:off x="6874813" y="220134"/>
            <a:ext cx="5105400" cy="6040780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nb-NO" dirty="0"/>
              <a:t>Graph / </a:t>
            </a:r>
            <a:r>
              <a:rPr lang="nb-NO" dirty="0" err="1"/>
              <a:t>Smartart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12690886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6484-330E-984C-9882-A81E3DD5BB46}" type="datetime1">
              <a:rPr lang="nb-NO" smtClean="0"/>
              <a:t>27.09.2026</a:t>
            </a:fld>
            <a:endParaRPr lang="nb-N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81984" y="6446388"/>
            <a:ext cx="3860800" cy="212821"/>
          </a:xfrm>
          <a:prstGeom prst="rect">
            <a:avLst/>
          </a:prstGeom>
        </p:spPr>
        <p:txBody>
          <a:bodyPr/>
          <a:lstStyle/>
          <a:p>
            <a:r>
              <a:rPr lang="nb-NO"/>
              <a:t>Tittel på foredraget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85D78-4187-AD4C-B928-A8579EE9A75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983763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03200" y="220134"/>
            <a:ext cx="11777013" cy="604078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8EB59-1D71-4341-8167-C53E1D4C973B}" type="datetime1">
              <a:rPr lang="nb-NO" smtClean="0"/>
              <a:t>27.09.2026</a:t>
            </a:fld>
            <a:endParaRPr lang="nb-N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85D78-4187-AD4C-B928-A8579EE9A756}" type="slidenum">
              <a:rPr lang="nb-NO" smtClean="0"/>
              <a:t>‹#›</a:t>
            </a:fld>
            <a:endParaRPr lang="nb-NO"/>
          </a:p>
        </p:txBody>
      </p:sp>
      <p:sp>
        <p:nvSpPr>
          <p:cNvPr id="8" name="Rectangle 7"/>
          <p:cNvSpPr/>
          <p:nvPr userDrawn="1"/>
        </p:nvSpPr>
        <p:spPr>
          <a:xfrm>
            <a:off x="205428" y="220965"/>
            <a:ext cx="11774787" cy="71412"/>
          </a:xfrm>
          <a:prstGeom prst="rect">
            <a:avLst/>
          </a:prstGeom>
          <a:solidFill>
            <a:srgbClr val="4B4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874806" y="1780141"/>
            <a:ext cx="430844" cy="0"/>
          </a:xfrm>
          <a:prstGeom prst="line">
            <a:avLst/>
          </a:prstGeom>
          <a:ln w="6350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783006" y="2126457"/>
            <a:ext cx="5258772" cy="38002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13" name="Content Placeholder 2"/>
          <p:cNvSpPr>
            <a:spLocks noGrp="1"/>
          </p:cNvSpPr>
          <p:nvPr>
            <p:ph idx="13"/>
          </p:nvPr>
        </p:nvSpPr>
        <p:spPr>
          <a:xfrm>
            <a:off x="6231827" y="2126457"/>
            <a:ext cx="5258772" cy="38002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351671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 + Text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5537200" y="220134"/>
            <a:ext cx="6443013" cy="604078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5606" y="570881"/>
            <a:ext cx="5458263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13806" y="2126457"/>
            <a:ext cx="5550063" cy="38002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170A0-F4AF-784C-82F6-8AA1CFD90576}" type="datetime1">
              <a:rPr lang="nb-NO" smtClean="0"/>
              <a:t>27.09.2026</a:t>
            </a:fld>
            <a:endParaRPr lang="nb-N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85D78-4187-AD4C-B928-A8579EE9A756}" type="slidenum">
              <a:rPr lang="nb-NO" smtClean="0"/>
              <a:t>‹#›</a:t>
            </a:fld>
            <a:endParaRPr lang="nb-NO"/>
          </a:p>
        </p:txBody>
      </p:sp>
      <p:sp>
        <p:nvSpPr>
          <p:cNvPr id="8" name="Rectangle 7"/>
          <p:cNvSpPr/>
          <p:nvPr userDrawn="1"/>
        </p:nvSpPr>
        <p:spPr>
          <a:xfrm>
            <a:off x="5538420" y="220965"/>
            <a:ext cx="6441795" cy="71412"/>
          </a:xfrm>
          <a:prstGeom prst="rect">
            <a:avLst/>
          </a:prstGeom>
          <a:solidFill>
            <a:srgbClr val="4B4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0" name="Picture Placeholder 11"/>
          <p:cNvSpPr>
            <a:spLocks noGrp="1"/>
          </p:cNvSpPr>
          <p:nvPr>
            <p:ph type="pic" sz="quarter" idx="13"/>
          </p:nvPr>
        </p:nvSpPr>
        <p:spPr>
          <a:xfrm>
            <a:off x="203200" y="220134"/>
            <a:ext cx="5105400" cy="6040780"/>
          </a:xfrm>
          <a:solidFill>
            <a:srgbClr val="7E949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nb-NO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6005606" y="1780141"/>
            <a:ext cx="430844" cy="0"/>
          </a:xfrm>
          <a:prstGeom prst="line">
            <a:avLst/>
          </a:prstGeom>
          <a:ln w="6350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37591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ic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03200" y="220134"/>
            <a:ext cx="6443013" cy="604078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06" y="570881"/>
            <a:ext cx="5458263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9806" y="2126457"/>
            <a:ext cx="5550063" cy="38002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0D644-D198-0544-B930-C1227F213393}" type="datetime1">
              <a:rPr lang="nb-NO" smtClean="0"/>
              <a:t>27.09.2026</a:t>
            </a:fld>
            <a:endParaRPr lang="nb-N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85D78-4187-AD4C-B928-A8579EE9A756}" type="slidenum">
              <a:rPr lang="nb-NO" smtClean="0"/>
              <a:t>‹#›</a:t>
            </a:fld>
            <a:endParaRPr lang="nb-NO"/>
          </a:p>
        </p:txBody>
      </p:sp>
      <p:sp>
        <p:nvSpPr>
          <p:cNvPr id="8" name="Rectangle 7"/>
          <p:cNvSpPr/>
          <p:nvPr userDrawn="1"/>
        </p:nvSpPr>
        <p:spPr>
          <a:xfrm>
            <a:off x="204420" y="220965"/>
            <a:ext cx="6441795" cy="71412"/>
          </a:xfrm>
          <a:prstGeom prst="rect">
            <a:avLst/>
          </a:prstGeom>
          <a:solidFill>
            <a:srgbClr val="4B4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0" name="Picture Placeholder 11"/>
          <p:cNvSpPr>
            <a:spLocks noGrp="1"/>
          </p:cNvSpPr>
          <p:nvPr>
            <p:ph type="pic" sz="quarter" idx="13"/>
          </p:nvPr>
        </p:nvSpPr>
        <p:spPr>
          <a:xfrm>
            <a:off x="6874813" y="220134"/>
            <a:ext cx="5105400" cy="6040780"/>
          </a:xfrm>
          <a:solidFill>
            <a:srgbClr val="7E949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nb-NO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671606" y="1780141"/>
            <a:ext cx="430844" cy="0"/>
          </a:xfrm>
          <a:prstGeom prst="line">
            <a:avLst/>
          </a:prstGeom>
          <a:ln w="6350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05513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+ Text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5537200" y="220134"/>
            <a:ext cx="6443013" cy="604078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5606" y="570881"/>
            <a:ext cx="5458263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13806" y="2126457"/>
            <a:ext cx="5550063" cy="38002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7FAC7-51C0-EB4D-8A36-361A05B74186}" type="datetime1">
              <a:rPr lang="nb-NO" smtClean="0"/>
              <a:t>27.09.2026</a:t>
            </a:fld>
            <a:endParaRPr lang="nb-N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85D78-4187-AD4C-B928-A8579EE9A756}" type="slidenum">
              <a:rPr lang="nb-NO" smtClean="0"/>
              <a:t>‹#›</a:t>
            </a:fld>
            <a:endParaRPr lang="nb-NO"/>
          </a:p>
        </p:txBody>
      </p:sp>
      <p:sp>
        <p:nvSpPr>
          <p:cNvPr id="8" name="Rectangle 7"/>
          <p:cNvSpPr/>
          <p:nvPr userDrawn="1"/>
        </p:nvSpPr>
        <p:spPr>
          <a:xfrm>
            <a:off x="5538420" y="220965"/>
            <a:ext cx="6441795" cy="71412"/>
          </a:xfrm>
          <a:prstGeom prst="rect">
            <a:avLst/>
          </a:prstGeom>
          <a:solidFill>
            <a:srgbClr val="4B4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6005606" y="1780141"/>
            <a:ext cx="430844" cy="0"/>
          </a:xfrm>
          <a:prstGeom prst="line">
            <a:avLst/>
          </a:prstGeom>
          <a:ln w="6350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203200" y="220134"/>
            <a:ext cx="5105400" cy="604078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3" hasCustomPrompt="1"/>
          </p:nvPr>
        </p:nvSpPr>
        <p:spPr>
          <a:xfrm>
            <a:off x="203200" y="220134"/>
            <a:ext cx="5105400" cy="6040780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nb-NO" dirty="0"/>
              <a:t>Graph / </a:t>
            </a:r>
            <a:r>
              <a:rPr lang="nb-NO" dirty="0" err="1"/>
              <a:t>Smartart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08173356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Graph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03200" y="220134"/>
            <a:ext cx="6443013" cy="604078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06" y="570881"/>
            <a:ext cx="5458263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9806" y="2126457"/>
            <a:ext cx="5550063" cy="38002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C53A1-9BB4-164E-AE9A-3854EA41B1DD}" type="datetime1">
              <a:rPr lang="nb-NO" smtClean="0"/>
              <a:t>27.09.2026</a:t>
            </a:fld>
            <a:endParaRPr lang="nb-N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85D78-4187-AD4C-B928-A8579EE9A756}" type="slidenum">
              <a:rPr lang="nb-NO" smtClean="0"/>
              <a:t>‹#›</a:t>
            </a:fld>
            <a:endParaRPr lang="nb-NO"/>
          </a:p>
        </p:txBody>
      </p:sp>
      <p:sp>
        <p:nvSpPr>
          <p:cNvPr id="8" name="Rectangle 7"/>
          <p:cNvSpPr/>
          <p:nvPr userDrawn="1"/>
        </p:nvSpPr>
        <p:spPr>
          <a:xfrm>
            <a:off x="204420" y="220965"/>
            <a:ext cx="6441795" cy="71412"/>
          </a:xfrm>
          <a:prstGeom prst="rect">
            <a:avLst/>
          </a:prstGeom>
          <a:solidFill>
            <a:srgbClr val="4B4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671606" y="1780141"/>
            <a:ext cx="430844" cy="0"/>
          </a:xfrm>
          <a:prstGeom prst="line">
            <a:avLst/>
          </a:prstGeom>
          <a:ln w="6350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 userDrawn="1"/>
        </p:nvSpPr>
        <p:spPr>
          <a:xfrm>
            <a:off x="6874813" y="220134"/>
            <a:ext cx="5105400" cy="604078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3" name="Content Placeholder 17"/>
          <p:cNvSpPr>
            <a:spLocks noGrp="1"/>
          </p:cNvSpPr>
          <p:nvPr>
            <p:ph sz="quarter" idx="13" hasCustomPrompt="1"/>
          </p:nvPr>
        </p:nvSpPr>
        <p:spPr>
          <a:xfrm>
            <a:off x="6874813" y="220134"/>
            <a:ext cx="5105400" cy="6040780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nb-NO" dirty="0"/>
              <a:t>Graph / </a:t>
            </a:r>
            <a:r>
              <a:rPr lang="nb-NO" dirty="0" err="1"/>
              <a:t>Smartart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1277454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03200" y="220134"/>
            <a:ext cx="11777013" cy="604078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D11A-E878-5944-926B-84A43B6D9342}" type="datetime1">
              <a:rPr lang="nb-NO" smtClean="0"/>
              <a:t>27.09.2026</a:t>
            </a:fld>
            <a:endParaRPr lang="nb-N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85D78-4187-AD4C-B928-A8579EE9A756}" type="slidenum">
              <a:rPr lang="nb-NO" smtClean="0"/>
              <a:t>‹#›</a:t>
            </a:fld>
            <a:endParaRPr lang="nb-NO"/>
          </a:p>
        </p:txBody>
      </p:sp>
      <p:sp>
        <p:nvSpPr>
          <p:cNvPr id="8" name="Rectangle 7"/>
          <p:cNvSpPr/>
          <p:nvPr userDrawn="1"/>
        </p:nvSpPr>
        <p:spPr>
          <a:xfrm>
            <a:off x="205428" y="220965"/>
            <a:ext cx="11774787" cy="71412"/>
          </a:xfrm>
          <a:prstGeom prst="rect">
            <a:avLst/>
          </a:prstGeom>
          <a:solidFill>
            <a:srgbClr val="4B4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203200" y="292102"/>
            <a:ext cx="11777133" cy="5968813"/>
          </a:xfrm>
          <a:solidFill>
            <a:srgbClr val="BCCCD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9160030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or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03200" y="220134"/>
            <a:ext cx="11777013" cy="604078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05428" y="292379"/>
            <a:ext cx="11774787" cy="5968537"/>
          </a:xfrm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latin typeface="Times New Roman"/>
                <a:cs typeface="Times New Roman"/>
              </a:defRPr>
            </a:lvl1pPr>
          </a:lstStyle>
          <a:p>
            <a:pPr lvl="0"/>
            <a:r>
              <a:rPr lang="nb-NO" dirty="0"/>
              <a:t>«</a:t>
            </a:r>
            <a:r>
              <a:rPr lang="nb-NO" dirty="0" err="1"/>
              <a:t>Quote</a:t>
            </a:r>
            <a:r>
              <a:rPr lang="nb-NO" dirty="0"/>
              <a:t>»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111DA-76AE-8F46-BEBF-1D6B9C6BEB4F}" type="datetime1">
              <a:rPr lang="nb-NO" smtClean="0"/>
              <a:t>27.09.2026</a:t>
            </a:fld>
            <a:endParaRPr lang="nb-N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85D78-4187-AD4C-B928-A8579EE9A756}" type="slidenum">
              <a:rPr lang="nb-NO" smtClean="0"/>
              <a:t>‹#›</a:t>
            </a:fld>
            <a:endParaRPr lang="nb-NO"/>
          </a:p>
        </p:txBody>
      </p:sp>
      <p:sp>
        <p:nvSpPr>
          <p:cNvPr id="8" name="Rectangle 7"/>
          <p:cNvSpPr/>
          <p:nvPr userDrawn="1"/>
        </p:nvSpPr>
        <p:spPr>
          <a:xfrm>
            <a:off x="205428" y="220965"/>
            <a:ext cx="11774787" cy="71412"/>
          </a:xfrm>
          <a:prstGeom prst="rect">
            <a:avLst/>
          </a:prstGeom>
          <a:solidFill>
            <a:srgbClr val="4B4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</p:spTree>
    <p:extLst>
      <p:ext uri="{BB962C8B-B14F-4D97-AF65-F5344CB8AC3E}">
        <p14:creationId xmlns:p14="http://schemas.microsoft.com/office/powerpoint/2010/main" val="424260516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B25DD-6713-8646-A9CE-34E0FC3C79B1}" type="datetime1">
              <a:rPr lang="nb-NO" smtClean="0"/>
              <a:t>27.09.2026</a:t>
            </a:fld>
            <a:endParaRPr lang="nb-N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85D78-4187-AD4C-B928-A8579EE9A756}" type="slidenum">
              <a:rPr lang="nb-NO" smtClean="0"/>
              <a:t>‹#›</a:t>
            </a:fld>
            <a:endParaRPr lang="nb-NO"/>
          </a:p>
        </p:txBody>
      </p:sp>
      <p:sp>
        <p:nvSpPr>
          <p:cNvPr id="8" name="Rectangle 7"/>
          <p:cNvSpPr/>
          <p:nvPr userDrawn="1"/>
        </p:nvSpPr>
        <p:spPr>
          <a:xfrm>
            <a:off x="205427" y="220965"/>
            <a:ext cx="3840000" cy="71412"/>
          </a:xfrm>
          <a:prstGeom prst="rect">
            <a:avLst/>
          </a:prstGeom>
          <a:solidFill>
            <a:srgbClr val="4B4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8140213" y="220965"/>
            <a:ext cx="3840000" cy="71412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2" name="Rectangle 11"/>
          <p:cNvSpPr/>
          <p:nvPr userDrawn="1"/>
        </p:nvSpPr>
        <p:spPr>
          <a:xfrm>
            <a:off x="4172820" y="220965"/>
            <a:ext cx="3840000" cy="7141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3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203201" y="292100"/>
            <a:ext cx="3842227" cy="1994312"/>
          </a:xfrm>
          <a:solidFill>
            <a:srgbClr val="BCCCD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14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4170593" y="292100"/>
            <a:ext cx="3842227" cy="1994312"/>
          </a:xfrm>
          <a:solidFill>
            <a:srgbClr val="BCCCD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15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8137988" y="292100"/>
            <a:ext cx="3842227" cy="1994312"/>
          </a:xfrm>
          <a:solidFill>
            <a:srgbClr val="BCCCD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205428" y="2404945"/>
            <a:ext cx="3840000" cy="38002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17" name="Content Placeholder 2"/>
          <p:cNvSpPr>
            <a:spLocks noGrp="1"/>
          </p:cNvSpPr>
          <p:nvPr>
            <p:ph idx="16"/>
          </p:nvPr>
        </p:nvSpPr>
        <p:spPr>
          <a:xfrm>
            <a:off x="4172820" y="2404945"/>
            <a:ext cx="3840000" cy="38002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18" name="Content Placeholder 2"/>
          <p:cNvSpPr>
            <a:spLocks noGrp="1"/>
          </p:cNvSpPr>
          <p:nvPr>
            <p:ph idx="17"/>
          </p:nvPr>
        </p:nvSpPr>
        <p:spPr>
          <a:xfrm>
            <a:off x="8137987" y="2404945"/>
            <a:ext cx="3840000" cy="38002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66653497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-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203200" y="220134"/>
            <a:ext cx="11777013" cy="60407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3052" y="1659470"/>
            <a:ext cx="5754683" cy="1540933"/>
          </a:xfrm>
        </p:spPr>
        <p:txBody>
          <a:bodyPr anchor="b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3052" y="3657600"/>
            <a:ext cx="5754683" cy="711200"/>
          </a:xfrm>
        </p:spPr>
        <p:txBody>
          <a:bodyPr lIns="0" rIns="0"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nb-N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F687F6-0F14-1E41-AF45-4EB96B35BEF9}" type="datetime1">
              <a:rPr lang="nb-NO" smtClean="0"/>
              <a:t>27.09.2026</a:t>
            </a:fld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8385D78-4187-AD4C-B928-A8579EE9A756}" type="slidenum">
              <a:rPr lang="nb-NO" smtClean="0"/>
              <a:pPr/>
              <a:t>‹#›</a:t>
            </a:fld>
            <a:endParaRPr lang="nb-NO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693250" y="3443895"/>
            <a:ext cx="430844" cy="0"/>
          </a:xfrm>
          <a:prstGeom prst="line">
            <a:avLst/>
          </a:prstGeom>
          <a:ln w="6350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 userDrawn="1"/>
        </p:nvSpPr>
        <p:spPr>
          <a:xfrm>
            <a:off x="205428" y="220965"/>
            <a:ext cx="11774787" cy="7141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6" name="Picture Placeholder 11"/>
          <p:cNvSpPr>
            <a:spLocks noGrp="1"/>
          </p:cNvSpPr>
          <p:nvPr>
            <p:ph type="pic" sz="quarter" idx="13"/>
          </p:nvPr>
        </p:nvSpPr>
        <p:spPr>
          <a:xfrm>
            <a:off x="6874933" y="292379"/>
            <a:ext cx="5105400" cy="5968537"/>
          </a:xfrm>
          <a:solidFill>
            <a:srgbClr val="7E949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2890244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203200" y="220134"/>
            <a:ext cx="11777013" cy="6040780"/>
          </a:xfrm>
          <a:prstGeom prst="rect">
            <a:avLst/>
          </a:prstGeom>
          <a:solidFill>
            <a:srgbClr val="007C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3052" y="1659470"/>
            <a:ext cx="5754683" cy="1540933"/>
          </a:xfrm>
        </p:spPr>
        <p:txBody>
          <a:bodyPr anchor="b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3052" y="3657600"/>
            <a:ext cx="5754683" cy="711200"/>
          </a:xfrm>
        </p:spPr>
        <p:txBody>
          <a:bodyPr lIns="0" rIns="0"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nb-N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505C71-5114-4041-8843-6E0D12AB0A8F}" type="datetime1">
              <a:rPr lang="nb-NO" smtClean="0"/>
              <a:t>27.09.2026</a:t>
            </a:fld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8385D78-4187-AD4C-B928-A8579EE9A756}" type="slidenum">
              <a:rPr lang="nb-NO" smtClean="0"/>
              <a:pPr/>
              <a:t>‹#›</a:t>
            </a:fld>
            <a:endParaRPr lang="nb-NO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3"/>
          </p:nvPr>
        </p:nvSpPr>
        <p:spPr>
          <a:xfrm>
            <a:off x="6874933" y="292379"/>
            <a:ext cx="5105400" cy="5968537"/>
          </a:xfrm>
          <a:solidFill>
            <a:srgbClr val="7E949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nb-NO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693250" y="3443895"/>
            <a:ext cx="430844" cy="0"/>
          </a:xfrm>
          <a:prstGeom prst="line">
            <a:avLst/>
          </a:prstGeom>
          <a:ln w="6350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 userDrawn="1"/>
        </p:nvSpPr>
        <p:spPr>
          <a:xfrm>
            <a:off x="205428" y="220965"/>
            <a:ext cx="11774787" cy="7141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</p:spTree>
    <p:extLst>
      <p:ext uri="{BB962C8B-B14F-4D97-AF65-F5344CB8AC3E}">
        <p14:creationId xmlns:p14="http://schemas.microsoft.com/office/powerpoint/2010/main" val="230147218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203200" y="220134"/>
            <a:ext cx="11777013" cy="604078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3052" y="1659470"/>
            <a:ext cx="5754683" cy="1540933"/>
          </a:xfrm>
        </p:spPr>
        <p:txBody>
          <a:bodyPr anchor="b"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3052" y="3657600"/>
            <a:ext cx="5754683" cy="711200"/>
          </a:xfrm>
        </p:spPr>
        <p:txBody>
          <a:bodyPr lIns="0" rIns="0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nb-N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4730F5-AE65-5140-BD05-EA72359814C6}" type="datetime1">
              <a:rPr lang="nb-NO" smtClean="0"/>
              <a:t>27.09.2026</a:t>
            </a:fld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8385D78-4187-AD4C-B928-A8579EE9A756}" type="slidenum">
              <a:rPr lang="nb-NO" smtClean="0"/>
              <a:pPr/>
              <a:t>‹#›</a:t>
            </a:fld>
            <a:endParaRPr lang="nb-NO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3"/>
          </p:nvPr>
        </p:nvSpPr>
        <p:spPr>
          <a:xfrm>
            <a:off x="6874933" y="292379"/>
            <a:ext cx="5105400" cy="5968537"/>
          </a:xfrm>
          <a:solidFill>
            <a:srgbClr val="7E949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nb-NO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693250" y="3443895"/>
            <a:ext cx="430844" cy="0"/>
          </a:xfrm>
          <a:prstGeom prst="line">
            <a:avLst/>
          </a:prstGeom>
          <a:ln w="6350" cmpd="sng">
            <a:solidFill>
              <a:schemeClr val="accent4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 userDrawn="1"/>
        </p:nvSpPr>
        <p:spPr>
          <a:xfrm>
            <a:off x="205428" y="220965"/>
            <a:ext cx="11774787" cy="71412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</p:spTree>
    <p:extLst>
      <p:ext uri="{BB962C8B-B14F-4D97-AF65-F5344CB8AC3E}">
        <p14:creationId xmlns:p14="http://schemas.microsoft.com/office/powerpoint/2010/main" val="370642683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203200" y="220134"/>
            <a:ext cx="11777013" cy="604078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3052" y="1659470"/>
            <a:ext cx="5754683" cy="1540933"/>
          </a:xfrm>
        </p:spPr>
        <p:txBody>
          <a:bodyPr anchor="b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3052" y="3657600"/>
            <a:ext cx="5754683" cy="711200"/>
          </a:xfrm>
        </p:spPr>
        <p:txBody>
          <a:bodyPr lIns="0" rIns="0"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nb-N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5841CCA-6F93-A549-95CB-E276D5693E6D}" type="datetime1">
              <a:rPr lang="nb-NO" smtClean="0"/>
              <a:t>27.09.2026</a:t>
            </a:fld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8385D78-4187-AD4C-B928-A8579EE9A756}" type="slidenum">
              <a:rPr lang="nb-NO" smtClean="0"/>
              <a:pPr/>
              <a:t>‹#›</a:t>
            </a:fld>
            <a:endParaRPr lang="nb-NO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3"/>
          </p:nvPr>
        </p:nvSpPr>
        <p:spPr>
          <a:xfrm>
            <a:off x="6874933" y="292379"/>
            <a:ext cx="5105400" cy="5968537"/>
          </a:xfrm>
          <a:solidFill>
            <a:srgbClr val="7E949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nb-NO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693250" y="3443895"/>
            <a:ext cx="430844" cy="0"/>
          </a:xfrm>
          <a:prstGeom prst="line">
            <a:avLst/>
          </a:prstGeom>
          <a:ln w="6350" cmpd="sng">
            <a:solidFill>
              <a:schemeClr val="accent5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 userDrawn="1"/>
        </p:nvSpPr>
        <p:spPr>
          <a:xfrm>
            <a:off x="205428" y="220965"/>
            <a:ext cx="11774787" cy="7141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</p:spTree>
    <p:extLst>
      <p:ext uri="{BB962C8B-B14F-4D97-AF65-F5344CB8AC3E}">
        <p14:creationId xmlns:p14="http://schemas.microsoft.com/office/powerpoint/2010/main" val="306430142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203200" y="220134"/>
            <a:ext cx="11777013" cy="604078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3052" y="1659470"/>
            <a:ext cx="5754683" cy="1540933"/>
          </a:xfrm>
        </p:spPr>
        <p:txBody>
          <a:bodyPr anchor="b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3052" y="3657600"/>
            <a:ext cx="5754683" cy="711200"/>
          </a:xfrm>
        </p:spPr>
        <p:txBody>
          <a:bodyPr lIns="0" rIns="0"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nb-N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E289D1-7343-444E-8D43-BAC46CA07C99}" type="datetime1">
              <a:rPr lang="nb-NO" smtClean="0"/>
              <a:t>27.09.2026</a:t>
            </a:fld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8385D78-4187-AD4C-B928-A8579EE9A756}" type="slidenum">
              <a:rPr lang="nb-NO" smtClean="0"/>
              <a:pPr/>
              <a:t>‹#›</a:t>
            </a:fld>
            <a:endParaRPr lang="nb-NO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3"/>
          </p:nvPr>
        </p:nvSpPr>
        <p:spPr>
          <a:xfrm>
            <a:off x="6874933" y="292379"/>
            <a:ext cx="5105400" cy="5968537"/>
          </a:xfrm>
          <a:solidFill>
            <a:srgbClr val="7E949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nb-NO" dirty="0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693250" y="3443895"/>
            <a:ext cx="430844" cy="0"/>
          </a:xfrm>
          <a:prstGeom prst="line">
            <a:avLst/>
          </a:prstGeom>
          <a:ln w="6350" cmpd="sng">
            <a:solidFill>
              <a:schemeClr val="accent6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 userDrawn="1"/>
        </p:nvSpPr>
        <p:spPr>
          <a:xfrm>
            <a:off x="205428" y="220965"/>
            <a:ext cx="11774787" cy="71412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</p:spTree>
    <p:extLst>
      <p:ext uri="{BB962C8B-B14F-4D97-AF65-F5344CB8AC3E}">
        <p14:creationId xmlns:p14="http://schemas.microsoft.com/office/powerpoint/2010/main" val="3949053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1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30.xml"/><Relationship Id="rId21" Type="http://schemas.openxmlformats.org/officeDocument/2006/relationships/slideLayout" Target="../slideLayouts/slideLayout48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44.xml"/><Relationship Id="rId2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43.xml"/><Relationship Id="rId20" Type="http://schemas.openxmlformats.org/officeDocument/2006/relationships/slideLayout" Target="../slideLayouts/slideLayout47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2.xml"/><Relationship Id="rId23" Type="http://schemas.openxmlformats.org/officeDocument/2006/relationships/image" Target="../media/image8.png"/><Relationship Id="rId10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46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571609" y="506268"/>
            <a:ext cx="9145738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571609" y="2034988"/>
            <a:ext cx="9145739" cy="3776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55600" algn="l" rtl="0">
              <a:lnSpc>
                <a:spcPct val="133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0" y="-105292"/>
            <a:ext cx="2743200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564026" y="6327500"/>
            <a:ext cx="5063949" cy="153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10396189" y="6327500"/>
            <a:ext cx="1223303" cy="153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2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2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2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2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2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2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2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2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2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" name="Google Shape;15;p1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571609" y="6131820"/>
            <a:ext cx="1793538" cy="31311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74805" y="570881"/>
            <a:ext cx="10615795" cy="1143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3005" y="2126457"/>
            <a:ext cx="10707595" cy="3800208"/>
          </a:xfrm>
          <a:prstGeom prst="rect">
            <a:avLst/>
          </a:prstGeom>
        </p:spPr>
        <p:txBody>
          <a:bodyPr vert="horz" lIns="91440" tIns="0" rIns="91440" bIns="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nb-N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28543" y="6446388"/>
            <a:ext cx="2205709" cy="21282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E1F5D854-43BD-7A47-B9A3-6C872AD2D06F}" type="datetime1">
              <a:rPr lang="nb-NO" smtClean="0"/>
              <a:t>27.09.2026</a:t>
            </a:fld>
            <a:endParaRPr lang="nb-N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35413" y="6446388"/>
            <a:ext cx="2844800" cy="21282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28385D78-4187-AD4C-B928-A8579EE9A756}" type="slidenum">
              <a:rPr lang="nb-NO" smtClean="0"/>
              <a:pPr/>
              <a:t>‹#›</a:t>
            </a:fld>
            <a:endParaRPr lang="nb-NO" dirty="0"/>
          </a:p>
        </p:txBody>
      </p:sp>
      <p:pic>
        <p:nvPicPr>
          <p:cNvPr id="8" name="Picture 9"/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73" y="6230714"/>
            <a:ext cx="1674563" cy="655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575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  <p:sldLayoutId id="2147483697" r:id="rId19"/>
    <p:sldLayoutId id="2147483698" r:id="rId20"/>
    <p:sldLayoutId id="2147483699" r:id="rId21"/>
  </p:sldLayoutIdLst>
  <p:hf hdr="0"/>
  <p:txStyles>
    <p:titleStyle>
      <a:lvl1pPr algn="l" defTabSz="457189" rtl="0" eaLnBrk="1" latinLnBrk="0" hangingPunct="1">
        <a:spcBef>
          <a:spcPct val="0"/>
        </a:spcBef>
        <a:buNone/>
        <a:defRPr sz="2400" b="1" kern="1200">
          <a:solidFill>
            <a:schemeClr val="tx1"/>
          </a:solidFill>
          <a:latin typeface="Times New Roman"/>
          <a:ea typeface="+mj-ea"/>
          <a:cs typeface="Times New Roman"/>
        </a:defRPr>
      </a:lvl1pPr>
    </p:titleStyle>
    <p:bodyStyle>
      <a:lvl1pPr marL="176209" indent="-176209" algn="l" defTabSz="457189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Calibri Light"/>
          <a:ea typeface="+mn-ea"/>
          <a:cs typeface="Calibri Light"/>
        </a:defRPr>
      </a:lvl1pPr>
      <a:lvl2pPr marL="452427" indent="-207958" algn="l" defTabSz="450839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Calibri Light"/>
          <a:ea typeface="+mn-ea"/>
          <a:cs typeface="Calibri Light"/>
        </a:defRPr>
      </a:lvl2pPr>
      <a:lvl3pPr marL="627047" indent="-158746" algn="l" defTabSz="627047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Calibri Light"/>
          <a:ea typeface="+mn-ea"/>
          <a:cs typeface="Calibri Light"/>
        </a:defRPr>
      </a:lvl3pPr>
      <a:lvl4pPr marL="804843" indent="-161921" algn="l" defTabSz="457189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Calibri Light"/>
          <a:ea typeface="+mn-ea"/>
          <a:cs typeface="Calibri Light"/>
        </a:defRPr>
      </a:lvl4pPr>
      <a:lvl5pPr marL="987401" indent="-174621" algn="l" defTabSz="457189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Calibri Light"/>
          <a:ea typeface="+mn-ea"/>
          <a:cs typeface="Calibri Light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26">
          <p15:clr>
            <a:srgbClr val="F26B43"/>
          </p15:clr>
        </p15:guide>
        <p15:guide id="2" pos="9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571609" y="2317810"/>
            <a:ext cx="8894396" cy="1346523"/>
          </a:xfrm>
        </p:spPr>
        <p:txBody>
          <a:bodyPr/>
          <a:lstStyle/>
          <a:p>
            <a:r>
              <a:rPr kumimoji="0" lang="nb-NO" sz="3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Data Mining &amp; Analytics</a:t>
            </a:r>
            <a:br>
              <a:rPr kumimoji="0" lang="nb-NO" sz="3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nb-NO" sz="3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Utvalg, distribusjoner, sannsynlighet</a:t>
            </a:r>
            <a:br>
              <a:rPr kumimoji="0" lang="nb-NO" sz="3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nb-NO" sz="3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og korrelasjoner</a:t>
            </a:r>
            <a:endParaRPr sz="4400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4"/>
          </p:nvPr>
        </p:nvSpPr>
        <p:spPr>
          <a:xfrm>
            <a:off x="571609" y="3954463"/>
            <a:ext cx="3654402" cy="1346522"/>
          </a:xfrm>
        </p:spPr>
        <p:txBody>
          <a:bodyPr/>
          <a:lstStyle/>
          <a:p>
            <a:r>
              <a:rPr dirty="0" err="1"/>
              <a:t>Lynkurs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statistikk</a:t>
            </a:r>
            <a:r>
              <a:rPr dirty="0"/>
              <a:t> </a:t>
            </a:r>
            <a:r>
              <a:rPr dirty="0" err="1"/>
              <a:t>og</a:t>
            </a:r>
            <a:r>
              <a:rPr dirty="0"/>
              <a:t> </a:t>
            </a:r>
            <a:r>
              <a:rPr dirty="0" err="1"/>
              <a:t>forskningsmetod</a:t>
            </a:r>
            <a:r>
              <a:rPr lang="nb-NO" dirty="0"/>
              <a:t>e</a:t>
            </a:r>
          </a:p>
          <a:p>
            <a:r>
              <a:rPr dirty="0"/>
              <a:t>Samling 2, </a:t>
            </a:r>
            <a:r>
              <a:rPr dirty="0" err="1"/>
              <a:t>dag</a:t>
            </a:r>
            <a:r>
              <a:rPr dirty="0"/>
              <a:t> 1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65F70497-AF2C-43E5-FA52-19CA64F42D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</a:t>
            </a:fld>
            <a:endParaRPr lang="en-GB"/>
          </a:p>
        </p:txBody>
      </p:sp>
      <p:sp>
        <p:nvSpPr>
          <p:cNvPr id="6" name="Plassholder for tekst 5">
            <a:extLst>
              <a:ext uri="{FF2B5EF4-FFF2-40B4-BE49-F238E27FC236}">
                <a16:creationId xmlns:a16="http://schemas.microsoft.com/office/drawing/2014/main" id="{20BEC1EE-88C4-B505-679C-4A6FDBA2EFA7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Google Shape;287;p36">
            <a:extLst>
              <a:ext uri="{FF2B5EF4-FFF2-40B4-BE49-F238E27FC236}">
                <a16:creationId xmlns:a16="http://schemas.microsoft.com/office/drawing/2014/main" id="{7A47C3CE-76D4-34E5-5224-FCA3F587CACD}"/>
              </a:ext>
            </a:extLst>
          </p:cNvPr>
          <p:cNvSpPr txBox="1">
            <a:spLocks/>
          </p:cNvSpPr>
          <p:nvPr/>
        </p:nvSpPr>
        <p:spPr>
          <a:xfrm>
            <a:off x="1" y="-62426"/>
            <a:ext cx="1223303" cy="1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8" name="Google Shape;289;p36">
            <a:extLst>
              <a:ext uri="{FF2B5EF4-FFF2-40B4-BE49-F238E27FC236}">
                <a16:creationId xmlns:a16="http://schemas.microsoft.com/office/drawing/2014/main" id="{553187A3-C850-8D07-2EB6-2FB681AB771E}"/>
              </a:ext>
            </a:extLst>
          </p:cNvPr>
          <p:cNvSpPr txBox="1">
            <a:spLocks/>
          </p:cNvSpPr>
          <p:nvPr/>
        </p:nvSpPr>
        <p:spPr>
          <a:xfrm>
            <a:off x="571609" y="506268"/>
            <a:ext cx="91458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/>
              <a:t>Agenda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BA7BA3A-7371-76B9-1F05-7F17AB68E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609" y="2034988"/>
            <a:ext cx="9145739" cy="3776138"/>
          </a:xfrm>
        </p:spPr>
        <p:txBody>
          <a:bodyPr wrap="square"/>
          <a:lstStyle/>
          <a:p>
            <a:pPr lvl="1"/>
            <a:r>
              <a:rPr dirty="0"/>
              <a:t>Del 1: </a:t>
            </a:r>
            <a:r>
              <a:rPr dirty="0" err="1"/>
              <a:t>Utvalg</a:t>
            </a:r>
            <a:r>
              <a:rPr dirty="0"/>
              <a:t>, </a:t>
            </a:r>
            <a:r>
              <a:rPr dirty="0" err="1"/>
              <a:t>distribusjoner</a:t>
            </a:r>
            <a:r>
              <a:rPr dirty="0"/>
              <a:t> </a:t>
            </a:r>
            <a:r>
              <a:rPr dirty="0" err="1"/>
              <a:t>og</a:t>
            </a:r>
            <a:r>
              <a:rPr dirty="0"/>
              <a:t> </a:t>
            </a:r>
            <a:r>
              <a:rPr dirty="0" err="1"/>
              <a:t>sannsynlighet</a:t>
            </a:r>
            <a:endParaRPr dirty="0"/>
          </a:p>
          <a:p>
            <a:pPr lvl="1"/>
            <a:r>
              <a:rPr dirty="0"/>
              <a:t>Del 2: </a:t>
            </a:r>
            <a:r>
              <a:rPr dirty="0" err="1"/>
              <a:t>Korrelasjon</a:t>
            </a:r>
            <a:endParaRPr dirty="0"/>
          </a:p>
          <a:p>
            <a:pPr lvl="1"/>
            <a:r>
              <a:rPr dirty="0"/>
              <a:t>Del 3: </a:t>
            </a:r>
            <a:r>
              <a:rPr dirty="0" err="1"/>
              <a:t>Forskningsmetode</a:t>
            </a:r>
            <a:r>
              <a:rPr dirty="0"/>
              <a:t> </a:t>
            </a:r>
            <a:r>
              <a:rPr dirty="0" err="1"/>
              <a:t>og</a:t>
            </a:r>
            <a:r>
              <a:rPr dirty="0"/>
              <a:t> </a:t>
            </a:r>
            <a:r>
              <a:rPr dirty="0" err="1"/>
              <a:t>statistiske</a:t>
            </a:r>
            <a:r>
              <a:rPr dirty="0"/>
              <a:t> tester</a:t>
            </a:r>
          </a:p>
          <a:p>
            <a:pPr lvl="1"/>
            <a:r>
              <a:rPr dirty="0" err="1"/>
              <a:t>Kodeeksempler</a:t>
            </a:r>
            <a:r>
              <a:rPr dirty="0"/>
              <a:t> </a:t>
            </a:r>
            <a:r>
              <a:rPr dirty="0" err="1"/>
              <a:t>til</a:t>
            </a:r>
            <a:r>
              <a:rPr dirty="0"/>
              <a:t> </a:t>
            </a:r>
            <a:r>
              <a:rPr dirty="0" err="1"/>
              <a:t>hvert</a:t>
            </a:r>
            <a:r>
              <a:rPr dirty="0"/>
              <a:t> </a:t>
            </a:r>
            <a:r>
              <a:rPr dirty="0" err="1"/>
              <a:t>tema</a:t>
            </a:r>
            <a:r>
              <a:rPr dirty="0"/>
              <a:t> </a:t>
            </a:r>
            <a:r>
              <a:rPr lang="nb-NO" dirty="0"/>
              <a:t>legges ut</a:t>
            </a:r>
            <a:r>
              <a:rPr dirty="0"/>
              <a:t> </a:t>
            </a:r>
            <a:r>
              <a:rPr dirty="0" err="1"/>
              <a:t>på</a:t>
            </a:r>
            <a:r>
              <a:rPr dirty="0"/>
              <a:t> GitHub </a:t>
            </a:r>
            <a:r>
              <a:rPr lang="nb-NO" dirty="0"/>
              <a:t>-</a:t>
            </a:r>
            <a:r>
              <a:rPr dirty="0"/>
              <a:t> vi </a:t>
            </a:r>
            <a:r>
              <a:rPr dirty="0" err="1"/>
              <a:t>veksler</a:t>
            </a:r>
            <a:r>
              <a:rPr dirty="0"/>
              <a:t> </a:t>
            </a:r>
            <a:r>
              <a:rPr dirty="0" err="1"/>
              <a:t>mellom</a:t>
            </a:r>
            <a:r>
              <a:rPr dirty="0"/>
              <a:t> slides </a:t>
            </a:r>
            <a:r>
              <a:rPr dirty="0" err="1"/>
              <a:t>og</a:t>
            </a:r>
            <a:r>
              <a:rPr dirty="0"/>
              <a:t> </a:t>
            </a:r>
            <a:r>
              <a:rPr lang="nb-NO" dirty="0" err="1"/>
              <a:t>jupyter</a:t>
            </a:r>
            <a:r>
              <a:rPr lang="nb-NO" dirty="0"/>
              <a:t> </a:t>
            </a:r>
            <a:r>
              <a:rPr dirty="0"/>
              <a:t>notebook</a:t>
            </a:r>
          </a:p>
        </p:txBody>
      </p:sp>
    </p:spTree>
    <p:extLst>
      <p:ext uri="{BB962C8B-B14F-4D97-AF65-F5344CB8AC3E}">
        <p14:creationId xmlns:p14="http://schemas.microsoft.com/office/powerpoint/2010/main" val="271925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67F78A4-C01A-5470-05AA-00F3DBEB4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Plan for dagen</a:t>
            </a:r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82337F7B-3FAB-BA79-BE67-3BC4E06457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</a:t>
            </a:fld>
            <a:endParaRPr lang="en-GB"/>
          </a:p>
        </p:txBody>
      </p:sp>
      <p:graphicFrame>
        <p:nvGraphicFramePr>
          <p:cNvPr id="8" name="Tabell 7">
            <a:extLst>
              <a:ext uri="{FF2B5EF4-FFF2-40B4-BE49-F238E27FC236}">
                <a16:creationId xmlns:a16="http://schemas.microsoft.com/office/drawing/2014/main" id="{0696D105-A83C-1978-14FA-E615C21522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305339"/>
              </p:ext>
            </p:extLst>
          </p:nvPr>
        </p:nvGraphicFramePr>
        <p:xfrm>
          <a:off x="2260600" y="2806700"/>
          <a:ext cx="6869692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6384">
                  <a:extLst>
                    <a:ext uri="{9D8B030D-6E8A-4147-A177-3AD203B41FA5}">
                      <a16:colId xmlns:a16="http://schemas.microsoft.com/office/drawing/2014/main" val="2795911189"/>
                    </a:ext>
                  </a:extLst>
                </a:gridCol>
                <a:gridCol w="4393308">
                  <a:extLst>
                    <a:ext uri="{9D8B030D-6E8A-4147-A177-3AD203B41FA5}">
                      <a16:colId xmlns:a16="http://schemas.microsoft.com/office/drawing/2014/main" val="361846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b-NO" sz="2000" dirty="0"/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000" dirty="0"/>
                        <a:t>Undervisningsform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9078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000" dirty="0"/>
                        <a:t>08:30 – 09:00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000" dirty="0"/>
                        <a:t>Forelesning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586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000" dirty="0"/>
                        <a:t>09:15 – 11:45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000" dirty="0" err="1"/>
                        <a:t>Øvningsoppgaver</a:t>
                      </a:r>
                      <a:endParaRPr lang="nb-NO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7896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000" dirty="0"/>
                        <a:t>11:45 – 12:15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nb-NO" sz="2000" dirty="0"/>
                        <a:t>Lunsj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048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000" dirty="0"/>
                        <a:t>12:15 – 12:45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000" dirty="0"/>
                        <a:t>Forelesning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459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000"/>
                        <a:t>13:00 </a:t>
                      </a:r>
                      <a:r>
                        <a:rPr lang="nb-NO" sz="2000" dirty="0"/>
                        <a:t>– 15:00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nb-NO" sz="2000" dirty="0" err="1"/>
                        <a:t>Øvningsoppgaver</a:t>
                      </a:r>
                      <a:endParaRPr lang="nb-NO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545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000" dirty="0"/>
                        <a:t>15:00 – 15:30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nb-NO" sz="2000" dirty="0"/>
                        <a:t>Oppsummering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865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2508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E3829A7A-5A15-56C2-AAC2-59E9A5901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0200C79C-01D5-4097-3235-B9E5090A40E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ACA469FC-B485-605A-A83F-773888550A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4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739BA3CC-958D-EFFD-25D8-C7E907C4B6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7696" y="1063488"/>
            <a:ext cx="4572869" cy="2619896"/>
          </a:xfrm>
        </p:spPr>
        <p:txBody>
          <a:bodyPr/>
          <a:lstStyle/>
          <a:p>
            <a:r>
              <a:rPr lang="nb-NO" dirty="0"/>
              <a:t>Del 1: Utvalg, distribusjoner og sannsynlighet</a:t>
            </a:r>
          </a:p>
        </p:txBody>
      </p:sp>
      <p:sp>
        <p:nvSpPr>
          <p:cNvPr id="7" name="Undertittel 6">
            <a:extLst>
              <a:ext uri="{FF2B5EF4-FFF2-40B4-BE49-F238E27FC236}">
                <a16:creationId xmlns:a16="http://schemas.microsoft.com/office/drawing/2014/main" id="{67DE032A-77A1-9411-9A90-5E3A5D5362A7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8" name="Plassholder for tekst 7">
            <a:extLst>
              <a:ext uri="{FF2B5EF4-FFF2-40B4-BE49-F238E27FC236}">
                <a16:creationId xmlns:a16="http://schemas.microsoft.com/office/drawing/2014/main" id="{0A57880C-25EF-2E67-4866-E88EAF78D72B}"/>
              </a:ext>
            </a:extLst>
          </p:cNvPr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56517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56432D9-E552-6B80-81EE-9B47976E6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Hvorfor bør vi kunne litt statistikk?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619F67C4-DDF8-2C29-B3F1-07C63A193F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nb-NO" dirty="0"/>
              <a:t>For å:</a:t>
            </a:r>
          </a:p>
          <a:p>
            <a:pPr lvl="1"/>
            <a:r>
              <a:rPr lang="nb-NO" dirty="0"/>
              <a:t>Finne ut hvilke data vi bør samle inn</a:t>
            </a:r>
          </a:p>
          <a:p>
            <a:pPr lvl="1"/>
            <a:r>
              <a:rPr lang="nb-NO" dirty="0"/>
              <a:t>Beskrive/oppsummere data vi har samlet inn</a:t>
            </a:r>
          </a:p>
          <a:p>
            <a:pPr lvl="1"/>
            <a:r>
              <a:rPr lang="nb-NO" dirty="0"/>
              <a:t>Teste hypoteser – hva er best av alternativ A eller B?</a:t>
            </a:r>
          </a:p>
          <a:p>
            <a:pPr lvl="1"/>
            <a:r>
              <a:rPr lang="nb-NO" dirty="0"/>
              <a:t>Gjøre prediksjoner</a:t>
            </a:r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167A5F5B-AD72-D1FA-96D3-4862FD0997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7336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D54D346C-78EB-C28C-B894-D9DC20EE8A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6</a:t>
            </a:fld>
            <a:endParaRPr lang="en-GB"/>
          </a:p>
        </p:txBody>
      </p:sp>
      <p:sp>
        <p:nvSpPr>
          <p:cNvPr id="5" name="Tittel 1">
            <a:extLst>
              <a:ext uri="{FF2B5EF4-FFF2-40B4-BE49-F238E27FC236}">
                <a16:creationId xmlns:a16="http://schemas.microsoft.com/office/drawing/2014/main" id="{DDB8FC02-122D-7771-D711-4D77B5583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609" y="506268"/>
            <a:ext cx="9145738" cy="1077218"/>
          </a:xfrm>
        </p:spPr>
        <p:txBody>
          <a:bodyPr/>
          <a:lstStyle/>
          <a:p>
            <a:r>
              <a:rPr lang="nb-NO" dirty="0"/>
              <a:t>«</a:t>
            </a:r>
            <a:r>
              <a:rPr lang="nb-NO" dirty="0" err="1"/>
              <a:t>Frekventist</a:t>
            </a:r>
            <a:r>
              <a:rPr lang="nb-NO" dirty="0"/>
              <a:t>» eller «</a:t>
            </a:r>
            <a:r>
              <a:rPr lang="nb-NO" dirty="0" err="1"/>
              <a:t>probabilist</a:t>
            </a:r>
            <a:r>
              <a:rPr lang="nb-NO" dirty="0"/>
              <a:t>» </a:t>
            </a:r>
          </a:p>
        </p:txBody>
      </p:sp>
      <p:sp>
        <p:nvSpPr>
          <p:cNvPr id="6" name="Plassholder for tekst 2">
            <a:extLst>
              <a:ext uri="{FF2B5EF4-FFF2-40B4-BE49-F238E27FC236}">
                <a16:creationId xmlns:a16="http://schemas.microsoft.com/office/drawing/2014/main" id="{74A24A00-F5C0-5BA3-EE9C-45775B31C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609" y="1659743"/>
            <a:ext cx="7528204" cy="4202523"/>
          </a:xfrm>
        </p:spPr>
        <p:txBody>
          <a:bodyPr/>
          <a:lstStyle/>
          <a:p>
            <a:r>
              <a:rPr lang="nb-NO" dirty="0" err="1"/>
              <a:t>Frekventister</a:t>
            </a:r>
            <a:endParaRPr lang="nb-NO" dirty="0"/>
          </a:p>
          <a:p>
            <a:pPr lvl="1"/>
            <a:r>
              <a:rPr lang="nb-NO" dirty="0"/>
              <a:t>Bruker den relative frekvensen, i et utvalg med mange observasjoner, til å angi sannsynlighet</a:t>
            </a:r>
          </a:p>
          <a:p>
            <a:pPr lvl="1"/>
            <a:r>
              <a:rPr lang="nb-NO" dirty="0"/>
              <a:t>Bruker data fra et utvalg til å estimere parametere for den totale den  populasjonen (med konfidensintervall)</a:t>
            </a:r>
          </a:p>
          <a:p>
            <a:r>
              <a:rPr lang="nb-NO" dirty="0" err="1"/>
              <a:t>Probabilister</a:t>
            </a:r>
            <a:r>
              <a:rPr lang="nb-NO" dirty="0"/>
              <a:t> (</a:t>
            </a:r>
            <a:r>
              <a:rPr lang="nb-NO" dirty="0" err="1"/>
              <a:t>Bayesisk</a:t>
            </a:r>
            <a:r>
              <a:rPr lang="nb-NO" dirty="0"/>
              <a:t> </a:t>
            </a:r>
            <a:r>
              <a:rPr lang="nb-NO" dirty="0" err="1"/>
              <a:t>sannsynlighetregning</a:t>
            </a:r>
            <a:r>
              <a:rPr lang="nb-NO" dirty="0"/>
              <a:t>)</a:t>
            </a:r>
          </a:p>
          <a:p>
            <a:pPr lvl="1"/>
            <a:r>
              <a:rPr lang="nb-NO" dirty="0"/>
              <a:t>Starter med et subjektivt sannsynlighetsestimat og oppdaterer estimatet basert på nye observasjoner </a:t>
            </a:r>
          </a:p>
          <a:p>
            <a:pPr lvl="1"/>
            <a:endParaRPr lang="nb-NO" dirty="0"/>
          </a:p>
          <a:p>
            <a:pPr lvl="1"/>
            <a:endParaRPr lang="nb-NO" dirty="0"/>
          </a:p>
        </p:txBody>
      </p:sp>
      <p:sp>
        <p:nvSpPr>
          <p:cNvPr id="7" name="Plassholder for lysbildenummer 3">
            <a:extLst>
              <a:ext uri="{FF2B5EF4-FFF2-40B4-BE49-F238E27FC236}">
                <a16:creationId xmlns:a16="http://schemas.microsoft.com/office/drawing/2014/main" id="{919CAE43-D360-08AC-BF2D-91FC223D3A47}"/>
              </a:ext>
            </a:extLst>
          </p:cNvPr>
          <p:cNvSpPr txBox="1">
            <a:spLocks/>
          </p:cNvSpPr>
          <p:nvPr/>
        </p:nvSpPr>
        <p:spPr>
          <a:xfrm>
            <a:off x="10396189" y="6327500"/>
            <a:ext cx="1223303" cy="153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6</a:t>
            </a:fld>
            <a:endParaRPr lang="en-GB"/>
          </a:p>
        </p:txBody>
      </p:sp>
      <p:cxnSp>
        <p:nvCxnSpPr>
          <p:cNvPr id="8" name="Rett pilkobling 7">
            <a:extLst>
              <a:ext uri="{FF2B5EF4-FFF2-40B4-BE49-F238E27FC236}">
                <a16:creationId xmlns:a16="http://schemas.microsoft.com/office/drawing/2014/main" id="{580C6A86-B0DA-2C97-5606-A32D20987E6D}"/>
              </a:ext>
            </a:extLst>
          </p:cNvPr>
          <p:cNvCxnSpPr>
            <a:cxnSpLocks/>
          </p:cNvCxnSpPr>
          <p:nvPr/>
        </p:nvCxnSpPr>
        <p:spPr>
          <a:xfrm>
            <a:off x="8640921" y="5862266"/>
            <a:ext cx="26162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kstSylinder 8">
            <a:extLst>
              <a:ext uri="{FF2B5EF4-FFF2-40B4-BE49-F238E27FC236}">
                <a16:creationId xmlns:a16="http://schemas.microsoft.com/office/drawing/2014/main" id="{5F6B15B7-28EB-39E0-663E-53E884017706}"/>
              </a:ext>
            </a:extLst>
          </p:cNvPr>
          <p:cNvSpPr txBox="1"/>
          <p:nvPr/>
        </p:nvSpPr>
        <p:spPr>
          <a:xfrm>
            <a:off x="8988054" y="5982400"/>
            <a:ext cx="6252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800" dirty="0"/>
              <a:t>Kron	Mynt</a:t>
            </a:r>
            <a:endParaRPr lang="nb-NO" dirty="0"/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6F6C5371-205F-5C80-BB88-1C0EC26C3E9F}"/>
              </a:ext>
            </a:extLst>
          </p:cNvPr>
          <p:cNvSpPr/>
          <p:nvPr/>
        </p:nvSpPr>
        <p:spPr>
          <a:xfrm>
            <a:off x="8995764" y="4235553"/>
            <a:ext cx="660400" cy="14927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1" name="Rett pilkobling 10">
            <a:extLst>
              <a:ext uri="{FF2B5EF4-FFF2-40B4-BE49-F238E27FC236}">
                <a16:creationId xmlns:a16="http://schemas.microsoft.com/office/drawing/2014/main" id="{56ACCD45-3897-6A0E-6EA4-3F167EA36E24}"/>
              </a:ext>
            </a:extLst>
          </p:cNvPr>
          <p:cNvCxnSpPr/>
          <p:nvPr/>
        </p:nvCxnSpPr>
        <p:spPr>
          <a:xfrm flipV="1">
            <a:off x="8547788" y="3284166"/>
            <a:ext cx="0" cy="2578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805C7BB2-5563-FD65-FE5B-67D13DADF517}"/>
              </a:ext>
            </a:extLst>
          </p:cNvPr>
          <p:cNvSpPr txBox="1"/>
          <p:nvPr/>
        </p:nvSpPr>
        <p:spPr>
          <a:xfrm rot="16200000">
            <a:off x="7031880" y="4348716"/>
            <a:ext cx="2657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800" dirty="0"/>
              <a:t>Antall / sannsynlighet</a:t>
            </a: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AB7C8800-84D8-E508-DF72-FB256C363E0B}"/>
              </a:ext>
            </a:extLst>
          </p:cNvPr>
          <p:cNvSpPr/>
          <p:nvPr/>
        </p:nvSpPr>
        <p:spPr>
          <a:xfrm>
            <a:off x="9936321" y="4249358"/>
            <a:ext cx="660400" cy="14927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65041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9" grpId="0"/>
      <p:bldP spid="10" grpId="0" animBg="1"/>
      <p:bldP spid="12" grpId="0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8F726641-142E-BD1D-C9AA-A26567A7D4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7</a:t>
            </a:fld>
            <a:endParaRPr lang="en-GB"/>
          </a:p>
        </p:txBody>
      </p:sp>
      <p:sp>
        <p:nvSpPr>
          <p:cNvPr id="5" name="Tittel 1">
            <a:extLst>
              <a:ext uri="{FF2B5EF4-FFF2-40B4-BE49-F238E27FC236}">
                <a16:creationId xmlns:a16="http://schemas.microsoft.com/office/drawing/2014/main" id="{59323DF8-3963-1A47-9882-C36CCEF60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009" y="658668"/>
            <a:ext cx="9145738" cy="1077218"/>
          </a:xfrm>
        </p:spPr>
        <p:txBody>
          <a:bodyPr/>
          <a:lstStyle/>
          <a:p>
            <a:r>
              <a:rPr lang="nb-NO" dirty="0"/>
              <a:t>Data</a:t>
            </a:r>
          </a:p>
        </p:txBody>
      </p:sp>
      <p:sp>
        <p:nvSpPr>
          <p:cNvPr id="6" name="Plassholder for tekst 2">
            <a:extLst>
              <a:ext uri="{FF2B5EF4-FFF2-40B4-BE49-F238E27FC236}">
                <a16:creationId xmlns:a16="http://schemas.microsoft.com/office/drawing/2014/main" id="{3AF4645A-6A08-1BD8-1FF2-671AA589F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4008" y="1735886"/>
            <a:ext cx="9145739" cy="3776138"/>
          </a:xfrm>
        </p:spPr>
        <p:txBody>
          <a:bodyPr/>
          <a:lstStyle/>
          <a:p>
            <a:r>
              <a:rPr lang="nb-NO" dirty="0"/>
              <a:t>Talldata</a:t>
            </a:r>
          </a:p>
          <a:p>
            <a:pPr lvl="1"/>
            <a:r>
              <a:rPr lang="nb-NO" dirty="0"/>
              <a:t>Kontinuerlig</a:t>
            </a:r>
          </a:p>
          <a:p>
            <a:pPr lvl="1"/>
            <a:r>
              <a:rPr lang="nb-NO" dirty="0"/>
              <a:t>Diskrete</a:t>
            </a:r>
          </a:p>
          <a:p>
            <a:r>
              <a:rPr lang="nb-NO" dirty="0"/>
              <a:t>Kategoriske</a:t>
            </a:r>
          </a:p>
          <a:p>
            <a:pPr lvl="1"/>
            <a:r>
              <a:rPr lang="nb-NO" dirty="0"/>
              <a:t>Binære</a:t>
            </a:r>
          </a:p>
          <a:p>
            <a:pPr lvl="1"/>
            <a:r>
              <a:rPr lang="nb-NO" dirty="0"/>
              <a:t>Nominale</a:t>
            </a:r>
          </a:p>
          <a:p>
            <a:pPr lvl="1"/>
            <a:r>
              <a:rPr lang="nb-NO" dirty="0"/>
              <a:t>Ordinale</a:t>
            </a:r>
          </a:p>
        </p:txBody>
      </p:sp>
      <p:sp>
        <p:nvSpPr>
          <p:cNvPr id="7" name="Plassholder for lysbildenummer 3">
            <a:extLst>
              <a:ext uri="{FF2B5EF4-FFF2-40B4-BE49-F238E27FC236}">
                <a16:creationId xmlns:a16="http://schemas.microsoft.com/office/drawing/2014/main" id="{A0AB8460-A36B-36AF-45DB-5E2412139F73}"/>
              </a:ext>
            </a:extLst>
          </p:cNvPr>
          <p:cNvSpPr txBox="1">
            <a:spLocks/>
          </p:cNvSpPr>
          <p:nvPr/>
        </p:nvSpPr>
        <p:spPr>
          <a:xfrm>
            <a:off x="10548589" y="6479900"/>
            <a:ext cx="1223303" cy="153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9501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Populasjon vs. utvalg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/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71608" y="1987826"/>
                <a:ext cx="5948461" cy="3756992"/>
              </a:xfrm>
            </p:spPr>
            <p:txBody>
              <a:bodyPr wrap="square"/>
              <a:lstStyle/>
              <a:p>
                <a:pPr lvl="1"/>
                <a:r>
                  <a:rPr lang="nb-NO" sz="1800" dirty="0"/>
                  <a:t>Populasjon: Den fulle distribusjonen vi </a:t>
                </a:r>
                <a:r>
                  <a:rPr lang="nb-NO" sz="1800" dirty="0" err="1"/>
                  <a:t>egentlig</a:t>
                </a:r>
                <a:r>
                  <a:rPr lang="nb-NO" sz="1800" dirty="0"/>
                  <a:t> er </a:t>
                </a:r>
                <a:r>
                  <a:rPr lang="nb-NO" sz="1800" dirty="0" err="1"/>
                  <a:t>interessert</a:t>
                </a:r>
                <a:r>
                  <a:rPr lang="nb-NO" sz="1800" dirty="0"/>
                  <a:t> </a:t>
                </a:r>
                <a:r>
                  <a:rPr lang="nb-NO" sz="1800" dirty="0" err="1"/>
                  <a:t>i</a:t>
                </a:r>
                <a:r>
                  <a:rPr lang="nb-NO" sz="1800" dirty="0"/>
                  <a:t> å si noe om</a:t>
                </a:r>
              </a:p>
              <a:p>
                <a:pPr lvl="1"/>
                <a:r>
                  <a:rPr lang="nb-NO" sz="1800" dirty="0" err="1"/>
                  <a:t>Utvalg</a:t>
                </a:r>
                <a:r>
                  <a:rPr lang="nb-NO" sz="1800" dirty="0"/>
                  <a:t>: </a:t>
                </a:r>
                <a:r>
                  <a:rPr lang="nb-NO" sz="1800" dirty="0" err="1"/>
                  <a:t>en</a:t>
                </a:r>
                <a:r>
                  <a:rPr lang="nb-NO" sz="1800" dirty="0"/>
                  <a:t> </a:t>
                </a:r>
                <a:r>
                  <a:rPr lang="nb-NO" sz="1800" dirty="0" err="1"/>
                  <a:t>delmengde</a:t>
                </a:r>
                <a:r>
                  <a:rPr lang="nb-NO" sz="1800" dirty="0"/>
                  <a:t> som vi </a:t>
                </a:r>
                <a:r>
                  <a:rPr lang="nb-NO" sz="1800" dirty="0" err="1"/>
                  <a:t>faktisk</a:t>
                </a:r>
                <a:r>
                  <a:rPr lang="nb-NO" sz="1800" dirty="0"/>
                  <a:t> </a:t>
                </a:r>
                <a:r>
                  <a:rPr lang="nb-NO" sz="1800" dirty="0" err="1"/>
                  <a:t>måle</a:t>
                </a:r>
                <a:r>
                  <a:rPr lang="nb-NO" sz="1800" dirty="0"/>
                  <a:t>r</a:t>
                </a:r>
              </a:p>
              <a:p>
                <a:pPr lvl="1"/>
                <a:r>
                  <a:rPr lang="nb-NO" sz="1800" dirty="0" err="1"/>
                  <a:t>Parametere</a:t>
                </a:r>
                <a:r>
                  <a:rPr lang="nb-NO" sz="1800" dirty="0"/>
                  <a:t> (</a:t>
                </a:r>
                <a:r>
                  <a:rPr lang="el-GR" sz="1800" dirty="0"/>
                  <a:t>μ, σ) </a:t>
                </a:r>
                <a:r>
                  <a:rPr lang="nb-NO" sz="1800" dirty="0"/>
                  <a:t>beskriver faktisk gjennomsnitt og </a:t>
                </a:r>
                <a:r>
                  <a:rPr lang="nb-NO" sz="1800" dirty="0" err="1"/>
                  <a:t>std.avvik</a:t>
                </a:r>
                <a:r>
                  <a:rPr lang="nb-NO" sz="1800" dirty="0"/>
                  <a:t> i populasjonen. Vil alltid være det samme så lenge ikke populasjonen endres</a:t>
                </a:r>
              </a:p>
              <a:p>
                <a:pPr lvl="1"/>
                <a:r>
                  <a:rPr lang="nb-NO" sz="1800" dirty="0"/>
                  <a:t>De statistiske målene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nb-NO" sz="1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b-NO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ar-AE" sz="1800" dirty="0"/>
                  <a:t>, </a:t>
                </a:r>
                <a:r>
                  <a:rPr lang="nb-NO" sz="1800" dirty="0"/>
                  <a:t> s) beskriver gjennomsnitt og </a:t>
                </a:r>
                <a:r>
                  <a:rPr lang="nb-NO" sz="1800" dirty="0" err="1"/>
                  <a:t>std.avvik</a:t>
                </a:r>
                <a:r>
                  <a:rPr lang="nb-NO" sz="1800" dirty="0"/>
                  <a:t> for utvalget. Disse varierer fra utvalg til utvalg</a:t>
                </a:r>
                <a:endParaRPr sz="1800" dirty="0"/>
              </a:p>
            </p:txBody>
          </p:sp>
        </mc:Choice>
        <mc:Fallback xmlns="">
          <p:sp>
            <p:nvSpPr>
              <p:cNvPr id="3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71608" y="1987826"/>
                <a:ext cx="5948461" cy="3756992"/>
              </a:xfrm>
              <a:blipFill>
                <a:blip r:embed="rId2"/>
                <a:stretch>
                  <a:fillRect r="-2664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01_populasjon_skj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0070" y="2156673"/>
            <a:ext cx="5279930" cy="32700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Utvalgsmetoder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lvl="1"/>
            <a:r>
              <a:rPr lang="nb-NO" dirty="0"/>
              <a:t>De mest elementære</a:t>
            </a:r>
          </a:p>
          <a:p>
            <a:pPr lvl="2"/>
            <a:r>
              <a:rPr dirty="0" err="1"/>
              <a:t>Enkelt</a:t>
            </a:r>
            <a:r>
              <a:rPr dirty="0"/>
              <a:t> </a:t>
            </a:r>
            <a:r>
              <a:rPr dirty="0" err="1"/>
              <a:t>tilfeldig</a:t>
            </a:r>
            <a:r>
              <a:rPr dirty="0"/>
              <a:t> </a:t>
            </a:r>
            <a:r>
              <a:rPr dirty="0" err="1"/>
              <a:t>utvalg</a:t>
            </a:r>
            <a:r>
              <a:rPr lang="nb-NO" dirty="0"/>
              <a:t>:</a:t>
            </a:r>
            <a:r>
              <a:rPr dirty="0"/>
              <a:t> alle </a:t>
            </a:r>
            <a:r>
              <a:rPr dirty="0" err="1"/>
              <a:t>har</a:t>
            </a:r>
            <a:r>
              <a:rPr dirty="0"/>
              <a:t> </a:t>
            </a:r>
            <a:r>
              <a:rPr dirty="0" err="1"/>
              <a:t>lik</a:t>
            </a:r>
            <a:r>
              <a:rPr dirty="0"/>
              <a:t> </a:t>
            </a:r>
            <a:r>
              <a:rPr dirty="0" err="1"/>
              <a:t>sjanse</a:t>
            </a:r>
            <a:r>
              <a:rPr lang="nb-NO" dirty="0"/>
              <a:t> for å bli trukket</a:t>
            </a:r>
            <a:endParaRPr dirty="0"/>
          </a:p>
          <a:p>
            <a:pPr lvl="2"/>
            <a:r>
              <a:rPr dirty="0" err="1"/>
              <a:t>Stratifisert</a:t>
            </a:r>
            <a:r>
              <a:rPr dirty="0"/>
              <a:t> </a:t>
            </a:r>
            <a:r>
              <a:rPr dirty="0" err="1"/>
              <a:t>utvalg</a:t>
            </a:r>
            <a:r>
              <a:rPr lang="nb-NO" dirty="0"/>
              <a:t>: </a:t>
            </a:r>
            <a:r>
              <a:rPr dirty="0" err="1"/>
              <a:t>trekk</a:t>
            </a:r>
            <a:r>
              <a:rPr lang="nb-NO" dirty="0"/>
              <a:t>e</a:t>
            </a:r>
            <a:r>
              <a:rPr dirty="0"/>
              <a:t> </a:t>
            </a:r>
            <a:r>
              <a:rPr dirty="0" err="1"/>
              <a:t>proporsjonalt</a:t>
            </a:r>
            <a:r>
              <a:rPr dirty="0"/>
              <a:t> </a:t>
            </a:r>
            <a:r>
              <a:rPr dirty="0" err="1"/>
              <a:t>fra</a:t>
            </a:r>
            <a:r>
              <a:rPr dirty="0"/>
              <a:t> </a:t>
            </a:r>
            <a:r>
              <a:rPr dirty="0" err="1"/>
              <a:t>kjente</a:t>
            </a:r>
            <a:r>
              <a:rPr dirty="0"/>
              <a:t> </a:t>
            </a:r>
            <a:r>
              <a:rPr dirty="0" err="1"/>
              <a:t>undergrupper</a:t>
            </a:r>
            <a:r>
              <a:rPr lang="nb-NO" dirty="0"/>
              <a:t> (kjønn, aldersgrupper, </a:t>
            </a:r>
            <a:r>
              <a:rPr lang="nb-NO" dirty="0" err="1"/>
              <a:t>etc</a:t>
            </a:r>
            <a:r>
              <a:rPr lang="nb-NO" dirty="0"/>
              <a:t>)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Utvalgsfordeling</a:t>
            </a:r>
            <a:r>
              <a:rPr dirty="0"/>
              <a:t> </a:t>
            </a:r>
            <a:r>
              <a:rPr dirty="0" err="1"/>
              <a:t>og</a:t>
            </a:r>
            <a:r>
              <a:rPr dirty="0"/>
              <a:t> </a:t>
            </a:r>
            <a:r>
              <a:rPr dirty="0" err="1"/>
              <a:t>standardfeil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/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71609" y="2034988"/>
                <a:ext cx="4900000" cy="3776138"/>
              </a:xfrm>
            </p:spPr>
            <p:txBody>
              <a:bodyPr wrap="square"/>
              <a:lstStyle/>
              <a:p>
                <a:pPr lvl="1"/>
                <a:r>
                  <a:rPr lang="nb-NO" dirty="0"/>
                  <a:t>Trekk mange </a:t>
                </a:r>
                <a:r>
                  <a:rPr lang="nb-NO" dirty="0" err="1"/>
                  <a:t>utvalg</a:t>
                </a:r>
                <a:r>
                  <a:rPr lang="nb-NO" dirty="0"/>
                  <a:t> → </a:t>
                </a:r>
                <a:r>
                  <a:rPr lang="nb-NO" dirty="0" err="1"/>
                  <a:t>fordelingen</a:t>
                </a:r>
                <a:r>
                  <a:rPr lang="nb-NO" dirty="0"/>
                  <a:t> av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nb-NO" dirty="0"/>
                  <a:t> </a:t>
                </a:r>
                <a:r>
                  <a:rPr lang="nb-NO" dirty="0" err="1"/>
                  <a:t>kalles</a:t>
                </a:r>
                <a:r>
                  <a:rPr lang="nb-NO" dirty="0"/>
                  <a:t> </a:t>
                </a:r>
                <a:r>
                  <a:rPr lang="nb-NO" dirty="0" err="1"/>
                  <a:t>utvalgsfordelingen</a:t>
                </a:r>
                <a:endParaRPr lang="nb-NO" dirty="0"/>
              </a:p>
              <a:p>
                <a:pPr lvl="1"/>
                <a:r>
                  <a:rPr lang="nb-NO" dirty="0"/>
                  <a:t>Standardfeil: SE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b-NO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b-NO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nb-NO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r>
                  <a:rPr lang="nb-NO" dirty="0"/>
                  <a:t> , SE krymper med kvadratroten av n</a:t>
                </a:r>
              </a:p>
              <a:p>
                <a:pPr lvl="1"/>
                <a:r>
                  <a:rPr lang="nb-NO" dirty="0"/>
                  <a:t>For å </a:t>
                </a:r>
                <a:r>
                  <a:rPr lang="nb-NO" dirty="0" err="1"/>
                  <a:t>halvere</a:t>
                </a:r>
                <a:r>
                  <a:rPr lang="nb-NO" dirty="0"/>
                  <a:t> </a:t>
                </a:r>
                <a:r>
                  <a:rPr lang="nb-NO" dirty="0" err="1"/>
                  <a:t>usikkerheten</a:t>
                </a:r>
                <a:r>
                  <a:rPr lang="nb-NO" dirty="0"/>
                  <a:t> </a:t>
                </a:r>
                <a:r>
                  <a:rPr lang="nb-NO" dirty="0" err="1"/>
                  <a:t>må</a:t>
                </a:r>
                <a:r>
                  <a:rPr lang="nb-NO" dirty="0"/>
                  <a:t> n </a:t>
                </a:r>
                <a:r>
                  <a:rPr lang="nb-NO" dirty="0" err="1"/>
                  <a:t>firedobles</a:t>
                </a:r>
                <a:endParaRPr dirty="0"/>
              </a:p>
            </p:txBody>
          </p:sp>
        </mc:Choice>
        <mc:Fallback xmlns="">
          <p:sp>
            <p:nvSpPr>
              <p:cNvPr id="3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71609" y="2034988"/>
                <a:ext cx="4900000" cy="3776138"/>
              </a:xfrm>
              <a:blipFill>
                <a:blip r:embed="rId3"/>
                <a:stretch>
                  <a:fillRect r="-2736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02_clt_utvalgsfordel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0000" y="3047720"/>
            <a:ext cx="6000000" cy="190455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Normalfordelingen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/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71609" y="2034988"/>
                <a:ext cx="4900000" cy="3776138"/>
              </a:xfrm>
            </p:spPr>
            <p:txBody>
              <a:bodyPr wrap="square"/>
              <a:lstStyle/>
              <a:p>
                <a:pPr lvl="1"/>
                <a:r>
                  <a:rPr lang="nb-NO" dirty="0"/>
                  <a:t>Kjennetegnes av en </a:t>
                </a:r>
                <a:r>
                  <a:rPr lang="nb-NO" dirty="0" err="1"/>
                  <a:t>symmetrisk</a:t>
                </a:r>
                <a:r>
                  <a:rPr lang="nb-NO" dirty="0"/>
                  <a:t> </a:t>
                </a:r>
                <a:r>
                  <a:rPr lang="nb-NO" dirty="0" err="1"/>
                  <a:t>klokkeform</a:t>
                </a:r>
                <a:endParaRPr lang="nb-NO" dirty="0"/>
              </a:p>
              <a:p>
                <a:pPr lvl="1"/>
                <a:r>
                  <a:rPr lang="nb-NO" dirty="0"/>
                  <a:t>68 % av dataene ligger </a:t>
                </a:r>
                <a:r>
                  <a:rPr lang="nb-NO" dirty="0" err="1"/>
                  <a:t>innenfor</a:t>
                </a:r>
                <a:r>
                  <a:rPr lang="nb-NO" dirty="0"/>
                  <a:t> </a:t>
                </a:r>
                <a14:m>
                  <m:oMath xmlns:m="http://schemas.openxmlformats.org/officeDocument/2006/math">
                    <m:r>
                      <a:rPr lang="nb-NO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nb-N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nb-NO" dirty="0"/>
                  <a:t>, 95 % innenfor </a:t>
                </a:r>
                <a14:m>
                  <m:oMath xmlns:m="http://schemas.openxmlformats.org/officeDocument/2006/math">
                    <m:r>
                      <a:rPr lang="nb-NO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nb-N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nb-N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nb-NO" dirty="0"/>
                  <a:t>, 99,7 % innenfor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nb-N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nb-N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nb-N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nb-NO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71609" y="2034988"/>
                <a:ext cx="4900000" cy="37761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05_normal_68_95_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0000" y="2150711"/>
            <a:ext cx="6000000" cy="369857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Er </a:t>
            </a:r>
            <a:r>
              <a:rPr dirty="0" err="1"/>
              <a:t>dataene</a:t>
            </a:r>
            <a:r>
              <a:rPr dirty="0"/>
              <a:t> </a:t>
            </a:r>
            <a:r>
              <a:rPr dirty="0" err="1"/>
              <a:t>normalfordelte</a:t>
            </a:r>
            <a:r>
              <a:rPr dirty="0"/>
              <a:t>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lvl="1"/>
            <a:r>
              <a:rPr lang="nb-NO" dirty="0" err="1"/>
              <a:t>Shapiro</a:t>
            </a:r>
            <a:r>
              <a:rPr lang="nb-NO" dirty="0"/>
              <a:t>–</a:t>
            </a:r>
            <a:r>
              <a:rPr lang="nb-NO" dirty="0" err="1"/>
              <a:t>Wilk</a:t>
            </a:r>
            <a:r>
              <a:rPr lang="nb-NO" dirty="0"/>
              <a:t>: H₀ = «dataene er normalfordelte»</a:t>
            </a:r>
          </a:p>
          <a:p>
            <a:pPr lvl="2"/>
            <a:r>
              <a:rPr lang="nb-NO" dirty="0"/>
              <a:t>Er p &gt; 0.05 så beholder man 0-hypotesen – dataene er normalfordelte</a:t>
            </a:r>
          </a:p>
          <a:p>
            <a:pPr lvl="2"/>
            <a:r>
              <a:rPr lang="nb-NO" dirty="0"/>
              <a:t>Er p &lt;0.05 så forkaster man 0-hypotesen og går for den alternative hypotesen – dataene er ikke normalfordelte</a:t>
            </a:r>
          </a:p>
          <a:p>
            <a:pPr lvl="1"/>
            <a:r>
              <a:rPr dirty="0" err="1"/>
              <a:t>Sjekk</a:t>
            </a:r>
            <a:r>
              <a:rPr dirty="0"/>
              <a:t> med histogram + QQ-</a:t>
            </a:r>
            <a:r>
              <a:rPr dirty="0" err="1"/>
              <a:t>plott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Falsk-positiv paradokset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lvl="1"/>
            <a:r>
              <a:rPr dirty="0" err="1"/>
              <a:t>Sykdom</a:t>
            </a:r>
            <a:r>
              <a:rPr dirty="0"/>
              <a:t>: </a:t>
            </a:r>
            <a:r>
              <a:rPr dirty="0" err="1"/>
              <a:t>prevalens</a:t>
            </a:r>
            <a:r>
              <a:rPr dirty="0"/>
              <a:t> 1 %. Test: </a:t>
            </a:r>
            <a:r>
              <a:rPr dirty="0" err="1"/>
              <a:t>sensitivitet</a:t>
            </a:r>
            <a:r>
              <a:rPr dirty="0"/>
              <a:t> 90 %, </a:t>
            </a:r>
            <a:r>
              <a:rPr dirty="0" err="1"/>
              <a:t>spesifisitet</a:t>
            </a:r>
            <a:r>
              <a:rPr dirty="0"/>
              <a:t> 95 %</a:t>
            </a:r>
          </a:p>
          <a:p>
            <a:pPr lvl="1"/>
            <a:r>
              <a:rPr dirty="0"/>
              <a:t>Du tester </a:t>
            </a:r>
            <a:r>
              <a:rPr dirty="0" err="1"/>
              <a:t>positivt</a:t>
            </a:r>
            <a:r>
              <a:rPr dirty="0"/>
              <a:t> – </a:t>
            </a:r>
            <a:r>
              <a:rPr dirty="0" err="1"/>
              <a:t>hvor</a:t>
            </a:r>
            <a:r>
              <a:rPr dirty="0"/>
              <a:t> </a:t>
            </a:r>
            <a:r>
              <a:rPr dirty="0" err="1"/>
              <a:t>sannsynlig</a:t>
            </a:r>
            <a:r>
              <a:rPr dirty="0"/>
              <a:t> er det at du er </a:t>
            </a:r>
            <a:r>
              <a:rPr dirty="0" err="1"/>
              <a:t>syk</a:t>
            </a:r>
            <a:r>
              <a:rPr dirty="0"/>
              <a:t>?</a:t>
            </a:r>
          </a:p>
          <a:p>
            <a:pPr lvl="1"/>
            <a:r>
              <a:rPr dirty="0"/>
              <a:t>P(</a:t>
            </a:r>
            <a:r>
              <a:rPr dirty="0" err="1"/>
              <a:t>syk</a:t>
            </a:r>
            <a:r>
              <a:rPr dirty="0"/>
              <a:t> | </a:t>
            </a:r>
            <a:r>
              <a:rPr dirty="0" err="1"/>
              <a:t>positiv</a:t>
            </a:r>
            <a:r>
              <a:rPr lang="nb-NO" dirty="0"/>
              <a:t> test</a:t>
            </a:r>
            <a:r>
              <a:rPr dirty="0"/>
              <a:t>) = 15 %</a:t>
            </a:r>
            <a:r>
              <a:rPr lang="nb-NO" dirty="0"/>
              <a:t> (!)</a:t>
            </a:r>
            <a:endParaRPr dirty="0"/>
          </a:p>
          <a:p>
            <a:pPr lvl="1"/>
            <a:r>
              <a:rPr dirty="0" err="1"/>
              <a:t>Presisjonen</a:t>
            </a:r>
            <a:r>
              <a:rPr dirty="0"/>
              <a:t> </a:t>
            </a:r>
            <a:r>
              <a:rPr dirty="0" err="1"/>
              <a:t>avhenger</a:t>
            </a:r>
            <a:r>
              <a:rPr dirty="0"/>
              <a:t> </a:t>
            </a:r>
            <a:r>
              <a:rPr dirty="0" err="1"/>
              <a:t>sterkt</a:t>
            </a:r>
            <a:r>
              <a:rPr dirty="0"/>
              <a:t> av </a:t>
            </a:r>
            <a:r>
              <a:rPr dirty="0" err="1"/>
              <a:t>prevalense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7E242-F221-60CD-00B5-D855D6167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0ECCB6D3-4B3A-16AF-92A3-95C6C1F86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47DAA972-E1C8-890C-630B-024DCFA54C4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6B3FDFD3-2E68-8AC3-8B0F-ECF400EB1F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14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394237F8-F380-098A-4CA8-18228CE078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7696" y="1063488"/>
            <a:ext cx="4572869" cy="2619896"/>
          </a:xfrm>
        </p:spPr>
        <p:txBody>
          <a:bodyPr/>
          <a:lstStyle/>
          <a:p>
            <a:r>
              <a:rPr lang="nb-NO" dirty="0"/>
              <a:t>Del 2: Korrelasjon</a:t>
            </a:r>
          </a:p>
        </p:txBody>
      </p:sp>
      <p:sp>
        <p:nvSpPr>
          <p:cNvPr id="7" name="Undertittel 6">
            <a:extLst>
              <a:ext uri="{FF2B5EF4-FFF2-40B4-BE49-F238E27FC236}">
                <a16:creationId xmlns:a16="http://schemas.microsoft.com/office/drawing/2014/main" id="{87EC5954-3596-85B2-6EF6-758B22CE44D9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8" name="Plassholder for tekst 7">
            <a:extLst>
              <a:ext uri="{FF2B5EF4-FFF2-40B4-BE49-F238E27FC236}">
                <a16:creationId xmlns:a16="http://schemas.microsoft.com/office/drawing/2014/main" id="{0C6C13CE-43EC-D2CB-9106-21F84BD07F87}"/>
              </a:ext>
            </a:extLst>
          </p:cNvPr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13087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Pearson korrelasjon (r)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/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71609" y="2034988"/>
                <a:ext cx="4900000" cy="3776138"/>
              </a:xfrm>
            </p:spPr>
            <p:txBody>
              <a:bodyPr wrap="square"/>
              <a:lstStyle/>
              <a:p>
                <a:pPr lvl="1"/>
                <a:r>
                  <a:rPr lang="nb-NO" dirty="0"/>
                  <a:t>Måler lineær samvariasjon mellom to variabler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nb-NO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nb-N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∈[−1,1]</m:t>
                    </m:r>
                  </m:oMath>
                </a14:m>
                <a:endParaRPr lang="nb-NO" dirty="0"/>
              </a:p>
              <a:p>
                <a:pPr lvl="1"/>
                <a:r>
                  <a:rPr lang="nb-NO" dirty="0"/>
                  <a:t>R² = andel av variansen i y forklart lineært av x</a:t>
                </a:r>
              </a:p>
            </p:txBody>
          </p:sp>
        </mc:Choice>
        <mc:Fallback xmlns="">
          <p:sp>
            <p:nvSpPr>
              <p:cNvPr id="3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71609" y="2034988"/>
                <a:ext cx="4900000" cy="3776138"/>
              </a:xfrm>
              <a:blipFill>
                <a:blip r:embed="rId2"/>
                <a:stretch>
                  <a:fillRect r="-2114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07_pearson_r_verd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0000" y="3251915"/>
            <a:ext cx="6000000" cy="14961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Anscombes kvartett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609" y="2034988"/>
            <a:ext cx="4900000" cy="3776138"/>
          </a:xfrm>
        </p:spPr>
        <p:txBody>
          <a:bodyPr wrap="square"/>
          <a:lstStyle/>
          <a:p>
            <a:pPr lvl="1"/>
            <a:r>
              <a:rPr dirty="0"/>
              <a:t>4 </a:t>
            </a:r>
            <a:r>
              <a:rPr dirty="0" err="1"/>
              <a:t>datasett</a:t>
            </a:r>
            <a:r>
              <a:rPr dirty="0"/>
              <a:t> </a:t>
            </a:r>
            <a:r>
              <a:rPr lang="nb-NO" dirty="0"/>
              <a:t>med</a:t>
            </a:r>
            <a:r>
              <a:rPr dirty="0"/>
              <a:t> </a:t>
            </a:r>
            <a:r>
              <a:rPr dirty="0" err="1"/>
              <a:t>nesten</a:t>
            </a:r>
            <a:r>
              <a:rPr dirty="0"/>
              <a:t> </a:t>
            </a:r>
            <a:r>
              <a:rPr dirty="0" err="1"/>
              <a:t>identisk</a:t>
            </a:r>
            <a:r>
              <a:rPr dirty="0"/>
              <a:t> </a:t>
            </a:r>
            <a:r>
              <a:rPr dirty="0" err="1"/>
              <a:t>gjennomsnitt</a:t>
            </a:r>
            <a:r>
              <a:rPr dirty="0"/>
              <a:t>, </a:t>
            </a:r>
            <a:r>
              <a:rPr dirty="0" err="1"/>
              <a:t>varians</a:t>
            </a:r>
            <a:r>
              <a:rPr dirty="0"/>
              <a:t>, r </a:t>
            </a:r>
            <a:r>
              <a:rPr dirty="0" err="1"/>
              <a:t>og</a:t>
            </a:r>
            <a:r>
              <a:rPr dirty="0"/>
              <a:t> </a:t>
            </a:r>
            <a:r>
              <a:rPr dirty="0" err="1"/>
              <a:t>regresjonslinje</a:t>
            </a:r>
            <a:endParaRPr dirty="0"/>
          </a:p>
          <a:p>
            <a:pPr lvl="1"/>
            <a:r>
              <a:rPr dirty="0"/>
              <a:t>Helt </a:t>
            </a:r>
            <a:r>
              <a:rPr dirty="0" err="1"/>
              <a:t>ulik</a:t>
            </a:r>
            <a:r>
              <a:rPr dirty="0"/>
              <a:t> </a:t>
            </a:r>
            <a:r>
              <a:rPr dirty="0" err="1"/>
              <a:t>struktur</a:t>
            </a:r>
            <a:r>
              <a:rPr dirty="0"/>
              <a:t>: </a:t>
            </a:r>
            <a:r>
              <a:rPr dirty="0" err="1"/>
              <a:t>lineær</a:t>
            </a:r>
            <a:r>
              <a:rPr dirty="0"/>
              <a:t>, </a:t>
            </a:r>
            <a:r>
              <a:rPr dirty="0" err="1"/>
              <a:t>kurve</a:t>
            </a:r>
            <a:r>
              <a:rPr dirty="0"/>
              <a:t>, </a:t>
            </a:r>
            <a:r>
              <a:rPr dirty="0" err="1"/>
              <a:t>uteligger</a:t>
            </a:r>
            <a:r>
              <a:rPr dirty="0"/>
              <a:t>, </a:t>
            </a:r>
            <a:r>
              <a:rPr dirty="0" err="1"/>
              <a:t>ekstremverdi</a:t>
            </a:r>
            <a:endParaRPr dirty="0"/>
          </a:p>
          <a:p>
            <a:pPr lvl="1"/>
            <a:r>
              <a:rPr lang="nb-NO" dirty="0"/>
              <a:t>Tips/konklusjon</a:t>
            </a:r>
            <a:r>
              <a:rPr dirty="0"/>
              <a:t>: se </a:t>
            </a:r>
            <a:r>
              <a:rPr dirty="0" err="1"/>
              <a:t>alltid</a:t>
            </a:r>
            <a:r>
              <a:rPr dirty="0"/>
              <a:t> </a:t>
            </a:r>
            <a:r>
              <a:rPr dirty="0" err="1"/>
              <a:t>på</a:t>
            </a:r>
            <a:r>
              <a:rPr dirty="0"/>
              <a:t> </a:t>
            </a:r>
            <a:r>
              <a:rPr dirty="0" err="1"/>
              <a:t>scatterplottet</a:t>
            </a:r>
            <a:r>
              <a:rPr dirty="0"/>
              <a:t>, </a:t>
            </a:r>
            <a:r>
              <a:rPr dirty="0" err="1"/>
              <a:t>ikke</a:t>
            </a:r>
            <a:r>
              <a:rPr dirty="0"/>
              <a:t> bare </a:t>
            </a:r>
            <a:r>
              <a:rPr dirty="0" err="1"/>
              <a:t>tallet</a:t>
            </a:r>
            <a:endParaRPr dirty="0"/>
          </a:p>
        </p:txBody>
      </p:sp>
      <p:pic>
        <p:nvPicPr>
          <p:cNvPr id="4" name="Picture 3" descr="08_anscom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0000" y="3270898"/>
            <a:ext cx="6000000" cy="14582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Korrelasjon ≠ kausalitet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609" y="2034988"/>
            <a:ext cx="8980164" cy="3776138"/>
          </a:xfrm>
        </p:spPr>
        <p:txBody>
          <a:bodyPr wrap="square"/>
          <a:lstStyle/>
          <a:p>
            <a:pPr lvl="1"/>
            <a:r>
              <a:rPr dirty="0" err="1"/>
              <a:t>Konfunderende</a:t>
            </a:r>
            <a:r>
              <a:rPr dirty="0"/>
              <a:t> </a:t>
            </a:r>
            <a:r>
              <a:rPr dirty="0" err="1"/>
              <a:t>variabel</a:t>
            </a:r>
            <a:r>
              <a:rPr dirty="0"/>
              <a:t>: </a:t>
            </a:r>
            <a:r>
              <a:rPr dirty="0" err="1"/>
              <a:t>temperatur</a:t>
            </a:r>
            <a:r>
              <a:rPr dirty="0"/>
              <a:t> → </a:t>
            </a:r>
            <a:r>
              <a:rPr dirty="0" err="1"/>
              <a:t>både</a:t>
            </a:r>
            <a:r>
              <a:rPr dirty="0"/>
              <a:t> </a:t>
            </a:r>
            <a:r>
              <a:rPr dirty="0" err="1"/>
              <a:t>iskrem</a:t>
            </a:r>
            <a:r>
              <a:rPr dirty="0"/>
              <a:t> </a:t>
            </a:r>
            <a:r>
              <a:rPr dirty="0" err="1"/>
              <a:t>og</a:t>
            </a:r>
            <a:r>
              <a:rPr dirty="0"/>
              <a:t> </a:t>
            </a:r>
            <a:r>
              <a:rPr dirty="0" err="1"/>
              <a:t>drukning</a:t>
            </a:r>
            <a:endParaRPr dirty="0"/>
          </a:p>
          <a:p>
            <a:pPr lvl="1"/>
            <a:r>
              <a:rPr dirty="0" err="1"/>
              <a:t>Partiell</a:t>
            </a:r>
            <a:r>
              <a:rPr dirty="0"/>
              <a:t> </a:t>
            </a:r>
            <a:r>
              <a:rPr dirty="0" err="1"/>
              <a:t>korrelasjon</a:t>
            </a:r>
            <a:r>
              <a:rPr dirty="0"/>
              <a:t> (</a:t>
            </a:r>
            <a:r>
              <a:rPr dirty="0" err="1"/>
              <a:t>kontrollert</a:t>
            </a:r>
            <a:r>
              <a:rPr dirty="0"/>
              <a:t> for temp) ≈ 0</a:t>
            </a:r>
          </a:p>
          <a:p>
            <a:pPr lvl="1"/>
            <a:r>
              <a:rPr dirty="0"/>
              <a:t>Simpsons </a:t>
            </a:r>
            <a:r>
              <a:rPr dirty="0" err="1"/>
              <a:t>paradoks</a:t>
            </a:r>
            <a:r>
              <a:rPr dirty="0"/>
              <a:t>: </a:t>
            </a:r>
            <a:r>
              <a:rPr dirty="0" err="1"/>
              <a:t>sammenheng</a:t>
            </a:r>
            <a:r>
              <a:rPr dirty="0"/>
              <a:t> </a:t>
            </a:r>
            <a:r>
              <a:rPr dirty="0" err="1"/>
              <a:t>kan</a:t>
            </a:r>
            <a:r>
              <a:rPr dirty="0"/>
              <a:t> </a:t>
            </a:r>
            <a:r>
              <a:rPr dirty="0" err="1"/>
              <a:t>snu</a:t>
            </a:r>
            <a:r>
              <a:rPr dirty="0"/>
              <a:t> </a:t>
            </a:r>
            <a:r>
              <a:rPr dirty="0" err="1"/>
              <a:t>når</a:t>
            </a:r>
            <a:r>
              <a:rPr dirty="0"/>
              <a:t> data </a:t>
            </a:r>
            <a:r>
              <a:rPr dirty="0" err="1"/>
              <a:t>grupperes</a:t>
            </a:r>
            <a:endParaRPr dirty="0"/>
          </a:p>
          <a:p>
            <a:pPr lvl="1"/>
            <a:r>
              <a:rPr dirty="0" err="1"/>
              <a:t>Sjekk</a:t>
            </a:r>
            <a:r>
              <a:rPr dirty="0"/>
              <a:t> </a:t>
            </a:r>
            <a:r>
              <a:rPr dirty="0" err="1"/>
              <a:t>alltid</a:t>
            </a:r>
            <a:r>
              <a:rPr lang="nb-NO" dirty="0"/>
              <a:t> (forsøk å finn ut)</a:t>
            </a:r>
            <a:r>
              <a:rPr dirty="0"/>
              <a:t> om det </a:t>
            </a:r>
            <a:r>
              <a:rPr dirty="0" err="1"/>
              <a:t>finnes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tredje</a:t>
            </a:r>
            <a:r>
              <a:rPr dirty="0"/>
              <a:t> </a:t>
            </a:r>
            <a:r>
              <a:rPr dirty="0" err="1"/>
              <a:t>variabel</a:t>
            </a:r>
            <a:r>
              <a:rPr dirty="0"/>
              <a:t> </a:t>
            </a:r>
            <a:r>
              <a:rPr dirty="0" err="1"/>
              <a:t>som</a:t>
            </a:r>
            <a:r>
              <a:rPr dirty="0"/>
              <a:t> </a:t>
            </a:r>
            <a:r>
              <a:rPr dirty="0" err="1"/>
              <a:t>styrer</a:t>
            </a:r>
            <a:r>
              <a:rPr dirty="0"/>
              <a:t> </a:t>
            </a:r>
            <a:r>
              <a:rPr dirty="0" err="1"/>
              <a:t>begge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71609" y="6250000"/>
            <a:ext cx="11048782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666666"/>
                </a:solidFill>
              </a:rPr>
              <a:t>Negativ sammenheng totalt – positiv i hver gruppe.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60575-A423-7BA4-5DC1-46939C7EC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49185441-17D3-3965-64D7-28BC8C8D0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FEDB7ABE-5BB2-2B7C-BE14-EDEDC2796DC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B28A1F7D-2C24-7861-414A-1AB6833394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18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81DABEB0-1A01-8703-5900-2831EB3F57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7696" y="1353617"/>
            <a:ext cx="5324061" cy="2619896"/>
          </a:xfrm>
        </p:spPr>
        <p:txBody>
          <a:bodyPr/>
          <a:lstStyle/>
          <a:p>
            <a:r>
              <a:rPr lang="nb-NO" dirty="0"/>
              <a:t>Del 3: Forskningsmetode og statistiske tester</a:t>
            </a:r>
          </a:p>
        </p:txBody>
      </p:sp>
      <p:sp>
        <p:nvSpPr>
          <p:cNvPr id="7" name="Undertittel 6">
            <a:extLst>
              <a:ext uri="{FF2B5EF4-FFF2-40B4-BE49-F238E27FC236}">
                <a16:creationId xmlns:a16="http://schemas.microsoft.com/office/drawing/2014/main" id="{1FF2830F-918F-C628-8832-7079E643E59C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8" name="Plassholder for tekst 7">
            <a:extLst>
              <a:ext uri="{FF2B5EF4-FFF2-40B4-BE49-F238E27FC236}">
                <a16:creationId xmlns:a16="http://schemas.microsoft.com/office/drawing/2014/main" id="{C4A00A87-E331-DE3E-A82C-32F0A36574C1}"/>
              </a:ext>
            </a:extLst>
          </p:cNvPr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633407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Hypotesetesting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lvl="1"/>
            <a:r>
              <a:rPr dirty="0"/>
              <a:t>Eksempel: </a:t>
            </a:r>
            <a:r>
              <a:rPr dirty="0" err="1"/>
              <a:t>trener</a:t>
            </a:r>
            <a:r>
              <a:rPr dirty="0"/>
              <a:t> 1x/uke vs. 3x/uke – </a:t>
            </a:r>
            <a:r>
              <a:rPr dirty="0" err="1"/>
              <a:t>hvem</a:t>
            </a:r>
            <a:r>
              <a:rPr dirty="0"/>
              <a:t> </a:t>
            </a:r>
            <a:r>
              <a:rPr dirty="0" err="1"/>
              <a:t>løper</a:t>
            </a:r>
            <a:r>
              <a:rPr dirty="0"/>
              <a:t> </a:t>
            </a:r>
            <a:r>
              <a:rPr dirty="0" err="1"/>
              <a:t>lengst</a:t>
            </a:r>
            <a:r>
              <a:rPr dirty="0"/>
              <a:t> </a:t>
            </a:r>
            <a:r>
              <a:rPr dirty="0" err="1"/>
              <a:t>etter</a:t>
            </a:r>
            <a:r>
              <a:rPr dirty="0"/>
              <a:t> 12 </a:t>
            </a:r>
            <a:r>
              <a:rPr dirty="0" err="1"/>
              <a:t>uker</a:t>
            </a:r>
            <a:r>
              <a:rPr dirty="0"/>
              <a:t>?</a:t>
            </a:r>
          </a:p>
          <a:p>
            <a:pPr lvl="1"/>
            <a:r>
              <a:rPr dirty="0"/>
              <a:t>H₀ (</a:t>
            </a:r>
            <a:r>
              <a:rPr dirty="0" err="1"/>
              <a:t>nullhypotesen</a:t>
            </a:r>
            <a:r>
              <a:rPr dirty="0"/>
              <a:t>): </a:t>
            </a:r>
            <a:r>
              <a:rPr dirty="0" err="1"/>
              <a:t>ingen</a:t>
            </a:r>
            <a:r>
              <a:rPr dirty="0"/>
              <a:t> </a:t>
            </a:r>
            <a:r>
              <a:rPr dirty="0" err="1"/>
              <a:t>forskjell</a:t>
            </a:r>
            <a:r>
              <a:rPr dirty="0"/>
              <a:t> </a:t>
            </a:r>
            <a:r>
              <a:rPr dirty="0" err="1"/>
              <a:t>mellom</a:t>
            </a:r>
            <a:r>
              <a:rPr dirty="0"/>
              <a:t> </a:t>
            </a:r>
            <a:r>
              <a:rPr dirty="0" err="1"/>
              <a:t>gruppene</a:t>
            </a:r>
            <a:endParaRPr dirty="0"/>
          </a:p>
          <a:p>
            <a:pPr lvl="1"/>
            <a:r>
              <a:rPr dirty="0"/>
              <a:t>Hₐ (</a:t>
            </a:r>
            <a:r>
              <a:rPr dirty="0" err="1"/>
              <a:t>alternativhypotesen</a:t>
            </a:r>
            <a:r>
              <a:rPr dirty="0"/>
              <a:t>): </a:t>
            </a:r>
            <a:r>
              <a:rPr dirty="0" err="1"/>
              <a:t>gruppe</a:t>
            </a:r>
            <a:r>
              <a:rPr dirty="0"/>
              <a:t> 2 </a:t>
            </a:r>
            <a:r>
              <a:rPr dirty="0" err="1"/>
              <a:t>løper</a:t>
            </a:r>
            <a:r>
              <a:rPr dirty="0"/>
              <a:t> </a:t>
            </a:r>
            <a:r>
              <a:rPr dirty="0" err="1"/>
              <a:t>lenger</a:t>
            </a:r>
            <a:endParaRPr dirty="0"/>
          </a:p>
          <a:p>
            <a:pPr lvl="1"/>
            <a:r>
              <a:rPr lang="nb-NO" dirty="0"/>
              <a:t>Statistisk test </a:t>
            </a:r>
            <a:r>
              <a:rPr dirty="0"/>
              <a:t>→ p-</a:t>
            </a:r>
            <a:r>
              <a:rPr dirty="0" err="1"/>
              <a:t>verdi</a:t>
            </a:r>
            <a:r>
              <a:rPr dirty="0"/>
              <a:t> → </a:t>
            </a:r>
            <a:r>
              <a:rPr dirty="0" err="1"/>
              <a:t>konklusjon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Hva betyr egentlig en p-verdi?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609" y="2034987"/>
            <a:ext cx="6554748" cy="4097455"/>
          </a:xfrm>
        </p:spPr>
        <p:txBody>
          <a:bodyPr wrap="square"/>
          <a:lstStyle/>
          <a:p>
            <a:pPr lvl="1"/>
            <a:r>
              <a:rPr dirty="0"/>
              <a:t>p =</a:t>
            </a:r>
            <a:r>
              <a:rPr lang="nb-NO" dirty="0"/>
              <a:t> sannsynligheten for å</a:t>
            </a:r>
            <a:r>
              <a:rPr dirty="0"/>
              <a:t> </a:t>
            </a:r>
            <a:r>
              <a:rPr lang="nb-NO" dirty="0"/>
              <a:t>observere noe mer «ekstremt» enn det man allerede har observert når H₀ er sann</a:t>
            </a:r>
            <a:endParaRPr dirty="0"/>
          </a:p>
          <a:p>
            <a:pPr lvl="1"/>
            <a:r>
              <a:rPr dirty="0"/>
              <a:t>p &lt; 0,05 er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konvensjon</a:t>
            </a:r>
            <a:r>
              <a:rPr dirty="0"/>
              <a:t>, </a:t>
            </a:r>
            <a:r>
              <a:rPr dirty="0" err="1"/>
              <a:t>ikke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naturlov</a:t>
            </a:r>
            <a:endParaRPr dirty="0"/>
          </a:p>
        </p:txBody>
      </p:sp>
      <p:pic>
        <p:nvPicPr>
          <p:cNvPr id="6" name="Grafikk 5">
            <a:extLst>
              <a:ext uri="{FF2B5EF4-FFF2-40B4-BE49-F238E27FC236}">
                <a16:creationId xmlns:a16="http://schemas.microsoft.com/office/drawing/2014/main" id="{B3812B6C-192A-F87C-F8A2-3F098F2A0C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4770" y="2312090"/>
            <a:ext cx="4625153" cy="22338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Effektstørrelse</a:t>
            </a:r>
            <a:r>
              <a:rPr dirty="0"/>
              <a:t>: Cohens 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lvl="1"/>
            <a:r>
              <a:rPr dirty="0"/>
              <a:t>p-</a:t>
            </a:r>
            <a:r>
              <a:rPr dirty="0" err="1"/>
              <a:t>verdien</a:t>
            </a:r>
            <a:r>
              <a:rPr dirty="0"/>
              <a:t> </a:t>
            </a:r>
            <a:r>
              <a:rPr dirty="0" err="1"/>
              <a:t>sier</a:t>
            </a:r>
            <a:r>
              <a:rPr dirty="0"/>
              <a:t> </a:t>
            </a:r>
            <a:r>
              <a:rPr lang="nb-NO" dirty="0"/>
              <a:t>om</a:t>
            </a:r>
            <a:r>
              <a:rPr dirty="0"/>
              <a:t> det er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forskjell</a:t>
            </a:r>
            <a:r>
              <a:rPr lang="nb-NO" dirty="0"/>
              <a:t> mellom gruppene, men </a:t>
            </a:r>
            <a:r>
              <a:rPr dirty="0" err="1"/>
              <a:t>ikke</a:t>
            </a:r>
            <a:r>
              <a:rPr dirty="0"/>
              <a:t> </a:t>
            </a:r>
            <a:r>
              <a:rPr lang="nb-NO" dirty="0"/>
              <a:t>hvor stor</a:t>
            </a:r>
            <a:endParaRPr dirty="0"/>
          </a:p>
          <a:p>
            <a:pPr lvl="1"/>
            <a:r>
              <a:rPr lang="nb-NO" dirty="0"/>
              <a:t>Cohens d (</a:t>
            </a:r>
            <a:r>
              <a:rPr dirty="0"/>
              <a:t>d = (x̄₁ − x̄₂) / sₚ</a:t>
            </a:r>
            <a:r>
              <a:rPr lang="nb-NO" dirty="0"/>
              <a:t>)</a:t>
            </a:r>
            <a:r>
              <a:rPr dirty="0"/>
              <a:t> </a:t>
            </a:r>
            <a:r>
              <a:rPr lang="nb-NO" dirty="0"/>
              <a:t>gir </a:t>
            </a:r>
            <a:r>
              <a:rPr dirty="0" err="1"/>
              <a:t>forskjell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antall</a:t>
            </a:r>
            <a:r>
              <a:rPr dirty="0"/>
              <a:t> </a:t>
            </a:r>
            <a:r>
              <a:rPr dirty="0" err="1"/>
              <a:t>standardavvik</a:t>
            </a:r>
            <a:endParaRPr dirty="0"/>
          </a:p>
          <a:p>
            <a:pPr lvl="1"/>
            <a:r>
              <a:rPr dirty="0" err="1"/>
              <a:t>Tommelfingerregel</a:t>
            </a:r>
            <a:r>
              <a:rPr dirty="0"/>
              <a:t>: 0,2 </a:t>
            </a:r>
            <a:r>
              <a:rPr dirty="0" err="1"/>
              <a:t>liten</a:t>
            </a:r>
            <a:r>
              <a:rPr dirty="0"/>
              <a:t> · 0,5 </a:t>
            </a:r>
            <a:r>
              <a:rPr dirty="0" err="1"/>
              <a:t>middels</a:t>
            </a:r>
            <a:r>
              <a:rPr dirty="0"/>
              <a:t> · 0,8 </a:t>
            </a:r>
            <a:r>
              <a:rPr dirty="0" err="1"/>
              <a:t>stor</a:t>
            </a:r>
            <a:endParaRPr dirty="0"/>
          </a:p>
          <a:p>
            <a:pPr lvl="1"/>
            <a:r>
              <a:rPr dirty="0" err="1"/>
              <a:t>Rapporter</a:t>
            </a:r>
            <a:r>
              <a:rPr dirty="0"/>
              <a:t> </a:t>
            </a:r>
            <a:r>
              <a:rPr dirty="0" err="1"/>
              <a:t>alltid</a:t>
            </a:r>
            <a:r>
              <a:rPr dirty="0"/>
              <a:t> </a:t>
            </a:r>
            <a:r>
              <a:rPr dirty="0" err="1"/>
              <a:t>konfidensintervall</a:t>
            </a:r>
            <a:r>
              <a:rPr lang="nb-NO" dirty="0"/>
              <a:t> og </a:t>
            </a:r>
            <a:r>
              <a:rPr dirty="0" err="1"/>
              <a:t>ikke</a:t>
            </a:r>
            <a:r>
              <a:rPr dirty="0"/>
              <a:t> bare p</a:t>
            </a:r>
            <a:endParaRPr lang="nb-NO" dirty="0"/>
          </a:p>
          <a:p>
            <a:pPr lvl="2"/>
            <a:r>
              <a:rPr lang="nb-NO" dirty="0"/>
              <a:t>Gjerne effektstørrelse også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Styrke (power) og utvalgsstørrelse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609" y="2034988"/>
            <a:ext cx="4900000" cy="3776138"/>
          </a:xfrm>
        </p:spPr>
        <p:txBody>
          <a:bodyPr wrap="square"/>
          <a:lstStyle/>
          <a:p>
            <a:pPr lvl="1"/>
            <a:r>
              <a:rPr dirty="0"/>
              <a:t>Type I-</a:t>
            </a:r>
            <a:r>
              <a:rPr dirty="0" err="1"/>
              <a:t>feil</a:t>
            </a:r>
            <a:r>
              <a:rPr dirty="0"/>
              <a:t> (α): </a:t>
            </a:r>
            <a:r>
              <a:rPr dirty="0" err="1"/>
              <a:t>forkaster</a:t>
            </a:r>
            <a:r>
              <a:rPr dirty="0"/>
              <a:t> </a:t>
            </a:r>
            <a:r>
              <a:rPr dirty="0" err="1"/>
              <a:t>sann</a:t>
            </a:r>
            <a:r>
              <a:rPr dirty="0"/>
              <a:t> H₀ (</a:t>
            </a:r>
            <a:r>
              <a:rPr dirty="0" err="1"/>
              <a:t>falsk</a:t>
            </a:r>
            <a:r>
              <a:rPr dirty="0"/>
              <a:t> </a:t>
            </a:r>
            <a:r>
              <a:rPr dirty="0" err="1"/>
              <a:t>positiv</a:t>
            </a:r>
            <a:r>
              <a:rPr dirty="0"/>
              <a:t>)</a:t>
            </a:r>
          </a:p>
          <a:p>
            <a:pPr lvl="1"/>
            <a:r>
              <a:rPr dirty="0"/>
              <a:t>Type II-</a:t>
            </a:r>
            <a:r>
              <a:rPr dirty="0" err="1"/>
              <a:t>feil</a:t>
            </a:r>
            <a:r>
              <a:rPr dirty="0"/>
              <a:t> (β): beholder </a:t>
            </a:r>
            <a:r>
              <a:rPr dirty="0" err="1"/>
              <a:t>usann</a:t>
            </a:r>
            <a:r>
              <a:rPr dirty="0"/>
              <a:t> H₀ (</a:t>
            </a:r>
            <a:r>
              <a:rPr dirty="0" err="1"/>
              <a:t>falsk</a:t>
            </a:r>
            <a:r>
              <a:rPr dirty="0"/>
              <a:t> </a:t>
            </a:r>
            <a:r>
              <a:rPr dirty="0" err="1"/>
              <a:t>negativ</a:t>
            </a:r>
            <a:r>
              <a:rPr dirty="0"/>
              <a:t>)</a:t>
            </a:r>
          </a:p>
          <a:p>
            <a:pPr lvl="1"/>
            <a:r>
              <a:rPr dirty="0"/>
              <a:t>Power = 1 − β</a:t>
            </a:r>
            <a:r>
              <a:rPr lang="nb-NO" dirty="0"/>
              <a:t>:</a:t>
            </a:r>
            <a:r>
              <a:rPr dirty="0"/>
              <a:t> </a:t>
            </a:r>
            <a:r>
              <a:rPr dirty="0" err="1"/>
              <a:t>sannsynligheten</a:t>
            </a:r>
            <a:r>
              <a:rPr dirty="0"/>
              <a:t> for å </a:t>
            </a:r>
            <a:r>
              <a:rPr dirty="0" err="1"/>
              <a:t>oppdage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reell</a:t>
            </a:r>
            <a:r>
              <a:rPr dirty="0"/>
              <a:t> </a:t>
            </a:r>
            <a:r>
              <a:rPr dirty="0" err="1"/>
              <a:t>effekt</a:t>
            </a:r>
            <a:endParaRPr dirty="0"/>
          </a:p>
          <a:p>
            <a:pPr lvl="1"/>
            <a:r>
              <a:rPr dirty="0" err="1"/>
              <a:t>Avhenger</a:t>
            </a:r>
            <a:r>
              <a:rPr dirty="0"/>
              <a:t> av </a:t>
            </a:r>
            <a:r>
              <a:rPr dirty="0" err="1"/>
              <a:t>effektstørrelse</a:t>
            </a:r>
            <a:r>
              <a:rPr dirty="0"/>
              <a:t>, n, </a:t>
            </a:r>
            <a:r>
              <a:rPr dirty="0" err="1"/>
              <a:t>varians</a:t>
            </a:r>
            <a:r>
              <a:rPr dirty="0"/>
              <a:t> </a:t>
            </a:r>
            <a:r>
              <a:rPr dirty="0" err="1"/>
              <a:t>og</a:t>
            </a:r>
            <a:r>
              <a:rPr dirty="0"/>
              <a:t> α</a:t>
            </a:r>
          </a:p>
        </p:txBody>
      </p:sp>
      <p:pic>
        <p:nvPicPr>
          <p:cNvPr id="4" name="Picture 3" descr="11_power_k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0000" y="2156673"/>
            <a:ext cx="6000000" cy="368665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Velge riktig test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1062071"/>
              </p:ext>
            </p:extLst>
          </p:nvPr>
        </p:nvGraphicFramePr>
        <p:xfrm>
          <a:off x="571609" y="2034988"/>
          <a:ext cx="11048782" cy="2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2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2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2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Sammenligning</a:t>
                      </a:r>
                    </a:p>
                  </a:txBody>
                  <a:tcPr>
                    <a:solidFill>
                      <a:srgbClr val="7A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Parametrisk</a:t>
                      </a:r>
                    </a:p>
                  </a:txBody>
                  <a:tcPr>
                    <a:solidFill>
                      <a:srgbClr val="7A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Ikke-parametrisk</a:t>
                      </a:r>
                    </a:p>
                  </a:txBody>
                  <a:tcPr>
                    <a:solidFill>
                      <a:srgbClr val="7A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r>
                        <a:rPr sz="1400"/>
                        <a:t>2 uavhengige grupper</a:t>
                      </a:r>
                    </a:p>
                  </a:txBody>
                  <a:tcPr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Welch t-test</a:t>
                      </a:r>
                    </a:p>
                  </a:txBody>
                  <a:tcPr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Mann–Whitney U</a:t>
                      </a:r>
                      <a:r>
                        <a:rPr lang="nb-NO" sz="1400" dirty="0"/>
                        <a:t> test</a:t>
                      </a:r>
                      <a:endParaRPr sz="1400" dirty="0"/>
                    </a:p>
                  </a:txBody>
                  <a:tcPr>
                    <a:solidFill>
                      <a:srgbClr val="FA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r>
                        <a:rPr sz="1400"/>
                        <a:t>2 parvise målinger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Paret t-test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Wilcoxon signed-rank</a:t>
                      </a:r>
                      <a:r>
                        <a:rPr lang="nb-NO" sz="1400" dirty="0"/>
                        <a:t> test</a:t>
                      </a:r>
                      <a:endParaRPr sz="14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r>
                        <a:rPr sz="1400" dirty="0"/>
                        <a:t>To </a:t>
                      </a:r>
                      <a:r>
                        <a:rPr sz="1400" dirty="0" err="1"/>
                        <a:t>kategoriske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variabler</a:t>
                      </a:r>
                      <a:endParaRPr sz="14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Kjikvadrattest</a:t>
                      </a:r>
                      <a:endParaRPr lang="nb-NO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Fisher</a:t>
                      </a:r>
                      <a:r>
                        <a:rPr lang="nb-NO" sz="1400" dirty="0"/>
                        <a:t>-test</a:t>
                      </a:r>
                      <a:endParaRPr sz="14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P-hacking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lvl="1"/>
            <a:r>
              <a:rPr dirty="0"/>
              <a:t>Å teste mange </a:t>
            </a:r>
            <a:r>
              <a:rPr dirty="0" err="1"/>
              <a:t>subgrupper</a:t>
            </a:r>
            <a:r>
              <a:rPr dirty="0"/>
              <a:t> </a:t>
            </a:r>
            <a:r>
              <a:rPr dirty="0" err="1"/>
              <a:t>til</a:t>
            </a:r>
            <a:r>
              <a:rPr dirty="0"/>
              <a:t> man </a:t>
            </a:r>
            <a:r>
              <a:rPr dirty="0" err="1"/>
              <a:t>finner</a:t>
            </a:r>
            <a:r>
              <a:rPr dirty="0"/>
              <a:t> </a:t>
            </a:r>
            <a:r>
              <a:rPr dirty="0" err="1"/>
              <a:t>noe</a:t>
            </a:r>
            <a:r>
              <a:rPr dirty="0"/>
              <a:t> «</a:t>
            </a:r>
            <a:r>
              <a:rPr dirty="0" err="1"/>
              <a:t>signifikant</a:t>
            </a:r>
            <a:r>
              <a:rPr dirty="0"/>
              <a:t>»</a:t>
            </a:r>
          </a:p>
          <a:p>
            <a:pPr lvl="1"/>
            <a:r>
              <a:rPr dirty="0"/>
              <a:t>12 </a:t>
            </a:r>
            <a:r>
              <a:rPr dirty="0" err="1"/>
              <a:t>tilfeldige</a:t>
            </a:r>
            <a:r>
              <a:rPr dirty="0"/>
              <a:t> </a:t>
            </a:r>
            <a:r>
              <a:rPr dirty="0" err="1"/>
              <a:t>subgrupper</a:t>
            </a:r>
            <a:r>
              <a:rPr dirty="0"/>
              <a:t> </a:t>
            </a:r>
            <a:r>
              <a:rPr dirty="0" err="1"/>
              <a:t>på</a:t>
            </a:r>
            <a:r>
              <a:rPr dirty="0"/>
              <a:t> ren </a:t>
            </a:r>
            <a:r>
              <a:rPr dirty="0" err="1"/>
              <a:t>støy</a:t>
            </a:r>
            <a:r>
              <a:rPr dirty="0"/>
              <a:t> </a:t>
            </a:r>
            <a:r>
              <a:rPr lang="nb-NO" dirty="0"/>
              <a:t>fører</a:t>
            </a:r>
            <a:r>
              <a:rPr dirty="0"/>
              <a:t> </a:t>
            </a:r>
            <a:r>
              <a:rPr dirty="0" err="1"/>
              <a:t>ofte</a:t>
            </a:r>
            <a:r>
              <a:rPr dirty="0"/>
              <a:t> </a:t>
            </a:r>
            <a:r>
              <a:rPr lang="nb-NO" dirty="0"/>
              <a:t>til minst </a:t>
            </a:r>
            <a:r>
              <a:rPr dirty="0"/>
              <a:t>1</a:t>
            </a:r>
            <a:r>
              <a:rPr lang="nb-NO" dirty="0"/>
              <a:t> eller flere</a:t>
            </a:r>
            <a:r>
              <a:rPr dirty="0"/>
              <a:t> «</a:t>
            </a:r>
            <a:r>
              <a:rPr dirty="0" err="1"/>
              <a:t>signifikant</a:t>
            </a:r>
            <a:r>
              <a:rPr lang="nb-NO" dirty="0"/>
              <a:t>e</a:t>
            </a:r>
            <a:r>
              <a:rPr dirty="0"/>
              <a:t>» </a:t>
            </a:r>
            <a:r>
              <a:rPr dirty="0" err="1"/>
              <a:t>funn</a:t>
            </a:r>
            <a:endParaRPr dirty="0"/>
          </a:p>
          <a:p>
            <a:pPr lvl="1"/>
            <a:r>
              <a:rPr dirty="0"/>
              <a:t>Definer </a:t>
            </a:r>
            <a:r>
              <a:rPr dirty="0" err="1"/>
              <a:t>hypotese</a:t>
            </a:r>
            <a:r>
              <a:rPr dirty="0"/>
              <a:t> </a:t>
            </a:r>
            <a:r>
              <a:rPr dirty="0" err="1"/>
              <a:t>og</a:t>
            </a:r>
            <a:r>
              <a:rPr dirty="0"/>
              <a:t> </a:t>
            </a:r>
            <a:r>
              <a:rPr dirty="0" err="1"/>
              <a:t>analyseplan</a:t>
            </a:r>
            <a:r>
              <a:rPr dirty="0"/>
              <a:t> </a:t>
            </a:r>
            <a:r>
              <a:rPr lang="nb-NO" b="1" u="sng" dirty="0"/>
              <a:t>før</a:t>
            </a:r>
            <a:r>
              <a:rPr dirty="0"/>
              <a:t> </a:t>
            </a:r>
            <a:r>
              <a:rPr dirty="0" err="1"/>
              <a:t>dere</a:t>
            </a:r>
            <a:r>
              <a:rPr dirty="0"/>
              <a:t> ser </a:t>
            </a:r>
            <a:r>
              <a:rPr dirty="0" err="1"/>
              <a:t>på</a:t>
            </a:r>
            <a:r>
              <a:rPr dirty="0"/>
              <a:t> </a:t>
            </a:r>
            <a:r>
              <a:rPr dirty="0" err="1"/>
              <a:t>dataene</a:t>
            </a:r>
            <a:endParaRPr dirty="0"/>
          </a:p>
          <a:p>
            <a:pPr lvl="1"/>
            <a:r>
              <a:rPr dirty="0" err="1"/>
              <a:t>Rapporter</a:t>
            </a:r>
            <a:r>
              <a:rPr dirty="0"/>
              <a:t> alle tester </a:t>
            </a:r>
            <a:r>
              <a:rPr dirty="0" err="1"/>
              <a:t>dere</a:t>
            </a:r>
            <a:r>
              <a:rPr dirty="0"/>
              <a:t> </a:t>
            </a:r>
            <a:r>
              <a:rPr dirty="0" err="1"/>
              <a:t>gjorde</a:t>
            </a:r>
            <a:r>
              <a:rPr dirty="0"/>
              <a:t> </a:t>
            </a:r>
            <a:r>
              <a:rPr lang="nb-NO" dirty="0"/>
              <a:t>og </a:t>
            </a:r>
            <a:r>
              <a:rPr dirty="0" err="1"/>
              <a:t>ikke</a:t>
            </a:r>
            <a:r>
              <a:rPr dirty="0"/>
              <a:t> bare de </a:t>
            </a:r>
            <a:r>
              <a:rPr dirty="0" err="1"/>
              <a:t>som</a:t>
            </a:r>
            <a:r>
              <a:rPr dirty="0"/>
              <a:t> «</a:t>
            </a:r>
            <a:r>
              <a:rPr dirty="0" err="1"/>
              <a:t>virket</a:t>
            </a:r>
            <a:r>
              <a:rPr dirty="0"/>
              <a:t>»</a:t>
            </a:r>
            <a:r>
              <a:rPr lang="nb-NO" dirty="0"/>
              <a:t> (p&lt;0.05)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Sammenligning av ML-modeller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609" y="2034988"/>
            <a:ext cx="4900000" cy="3776138"/>
          </a:xfrm>
        </p:spPr>
        <p:txBody>
          <a:bodyPr wrap="square"/>
          <a:lstStyle/>
          <a:p>
            <a:pPr lvl="1"/>
            <a:r>
              <a:rPr dirty="0" err="1"/>
              <a:t>Repetert</a:t>
            </a:r>
            <a:r>
              <a:rPr dirty="0"/>
              <a:t> k-fold </a:t>
            </a:r>
            <a:r>
              <a:rPr dirty="0" err="1"/>
              <a:t>gir</a:t>
            </a:r>
            <a:r>
              <a:rPr dirty="0"/>
              <a:t> mange </a:t>
            </a:r>
            <a:r>
              <a:rPr dirty="0" err="1"/>
              <a:t>skårer</a:t>
            </a:r>
            <a:r>
              <a:rPr dirty="0"/>
              <a:t> – men de er </a:t>
            </a:r>
            <a:r>
              <a:rPr dirty="0" err="1"/>
              <a:t>ikke</a:t>
            </a:r>
            <a:r>
              <a:rPr dirty="0"/>
              <a:t> </a:t>
            </a:r>
            <a:r>
              <a:rPr dirty="0" err="1"/>
              <a:t>uavhengige</a:t>
            </a:r>
            <a:endParaRPr dirty="0"/>
          </a:p>
          <a:p>
            <a:pPr lvl="1"/>
            <a:r>
              <a:rPr dirty="0" err="1"/>
              <a:t>Foldene</a:t>
            </a:r>
            <a:r>
              <a:rPr dirty="0"/>
              <a:t> </a:t>
            </a:r>
            <a:r>
              <a:rPr dirty="0" err="1"/>
              <a:t>deler</a:t>
            </a:r>
            <a:r>
              <a:rPr dirty="0"/>
              <a:t> </a:t>
            </a:r>
            <a:r>
              <a:rPr dirty="0" err="1"/>
              <a:t>treningsdata</a:t>
            </a:r>
            <a:r>
              <a:rPr dirty="0"/>
              <a:t> → </a:t>
            </a:r>
            <a:r>
              <a:rPr dirty="0" err="1"/>
              <a:t>naiv</a:t>
            </a:r>
            <a:r>
              <a:rPr dirty="0"/>
              <a:t> t-test er for </a:t>
            </a:r>
            <a:r>
              <a:rPr dirty="0" err="1"/>
              <a:t>optimistisk</a:t>
            </a:r>
            <a:endParaRPr dirty="0"/>
          </a:p>
          <a:p>
            <a:pPr lvl="1"/>
            <a:r>
              <a:rPr dirty="0"/>
              <a:t>Nadeau–</a:t>
            </a:r>
            <a:r>
              <a:rPr dirty="0" err="1"/>
              <a:t>Bengios</a:t>
            </a:r>
            <a:r>
              <a:rPr dirty="0"/>
              <a:t> </a:t>
            </a:r>
            <a:r>
              <a:rPr dirty="0" err="1"/>
              <a:t>korrigerte</a:t>
            </a:r>
            <a:r>
              <a:rPr dirty="0"/>
              <a:t> t-test </a:t>
            </a:r>
            <a:r>
              <a:rPr dirty="0" err="1"/>
              <a:t>justerer</a:t>
            </a:r>
            <a:r>
              <a:rPr dirty="0"/>
              <a:t> </a:t>
            </a:r>
            <a:r>
              <a:rPr dirty="0" err="1"/>
              <a:t>variansen</a:t>
            </a:r>
            <a:r>
              <a:rPr dirty="0"/>
              <a:t> for </a:t>
            </a:r>
            <a:r>
              <a:rPr dirty="0" err="1"/>
              <a:t>dette</a:t>
            </a:r>
            <a:endParaRPr dirty="0"/>
          </a:p>
          <a:p>
            <a:pPr lvl="1"/>
            <a:r>
              <a:rPr dirty="0" err="1"/>
              <a:t>Rapporter</a:t>
            </a:r>
            <a:r>
              <a:rPr dirty="0"/>
              <a:t> </a:t>
            </a:r>
            <a:r>
              <a:rPr dirty="0" err="1"/>
              <a:t>differanse</a:t>
            </a:r>
            <a:r>
              <a:rPr dirty="0"/>
              <a:t> + </a:t>
            </a:r>
            <a:r>
              <a:rPr dirty="0" err="1"/>
              <a:t>konfidensintervall</a:t>
            </a:r>
            <a:r>
              <a:rPr dirty="0"/>
              <a:t>, </a:t>
            </a:r>
            <a:r>
              <a:rPr dirty="0" err="1"/>
              <a:t>ikke</a:t>
            </a:r>
            <a:r>
              <a:rPr dirty="0"/>
              <a:t> bare p &lt; 0,05</a:t>
            </a:r>
          </a:p>
        </p:txBody>
      </p:sp>
      <p:pic>
        <p:nvPicPr>
          <p:cNvPr id="4" name="Picture 3" descr="12_boksplott_model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0000" y="2155928"/>
            <a:ext cx="6000000" cy="368814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Takk for i dag!</a:t>
            </a:r>
          </a:p>
          <a:p>
            <a:r>
              <a:rPr sz="2400"/>
              <a:t>I morgen: regresjon og klassifisering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-tema">
  <a:themeElements>
    <a:clrScheme name="Office">
      <a:dk1>
        <a:srgbClr val="000000"/>
      </a:dk1>
      <a:lt1>
        <a:srgbClr val="FFFFFF"/>
      </a:lt1>
      <a:dk2>
        <a:srgbClr val="2F0B63"/>
      </a:dk2>
      <a:lt2>
        <a:srgbClr val="CDB9FC"/>
      </a:lt2>
      <a:accent1>
        <a:srgbClr val="7800F0"/>
      </a:accent1>
      <a:accent2>
        <a:srgbClr val="FF6202"/>
      </a:accent2>
      <a:accent3>
        <a:srgbClr val="2F0B63"/>
      </a:accent3>
      <a:accent4>
        <a:srgbClr val="EF7DBB"/>
      </a:accent4>
      <a:accent5>
        <a:srgbClr val="9359EF"/>
      </a:accent5>
      <a:accent6>
        <a:srgbClr val="CFFF1F"/>
      </a:accent6>
      <a:hlink>
        <a:srgbClr val="2F0B63"/>
      </a:hlink>
      <a:folHlink>
        <a:srgbClr val="2F0B6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USN Bokmål">
  <a:themeElements>
    <a:clrScheme name="Custom 39">
      <a:dk1>
        <a:srgbClr val="252525"/>
      </a:dk1>
      <a:lt1>
        <a:sysClr val="window" lastClr="FFFFFF"/>
      </a:lt1>
      <a:dk2>
        <a:srgbClr val="7E9492"/>
      </a:dk2>
      <a:lt2>
        <a:srgbClr val="D6E0E3"/>
      </a:lt2>
      <a:accent1>
        <a:srgbClr val="4B4CAD"/>
      </a:accent1>
      <a:accent2>
        <a:srgbClr val="3BAFA2"/>
      </a:accent2>
      <a:accent3>
        <a:srgbClr val="00978A"/>
      </a:accent3>
      <a:accent4>
        <a:srgbClr val="FFD240"/>
      </a:accent4>
      <a:accent5>
        <a:srgbClr val="D64349"/>
      </a:accent5>
      <a:accent6>
        <a:srgbClr val="27B2D0"/>
      </a:accent6>
      <a:hlink>
        <a:srgbClr val="005B9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32247431-3E2A-4F62-B5FC-7BAC169337D2}" vid="{B416DA83-C05D-41FB-B756-3651B1252A37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2166</TotalTime>
  <Words>1011</Words>
  <Application>Microsoft Office PowerPoint</Application>
  <PresentationFormat>Widescreen</PresentationFormat>
  <Paragraphs>159</Paragraphs>
  <Slides>26</Slides>
  <Notes>7</Notes>
  <HiddenSlides>1</HiddenSlides>
  <MMClips>0</MMClips>
  <ScaleCrop>false</ScaleCrop>
  <HeadingPairs>
    <vt:vector size="6" baseType="variant">
      <vt:variant>
        <vt:lpstr>Brukte skrifter</vt:lpstr>
      </vt:variant>
      <vt:variant>
        <vt:i4>5</vt:i4>
      </vt:variant>
      <vt:variant>
        <vt:lpstr>Tema</vt:lpstr>
      </vt:variant>
      <vt:variant>
        <vt:i4>2</vt:i4>
      </vt:variant>
      <vt:variant>
        <vt:lpstr>Lysbildetitler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Times New Roman</vt:lpstr>
      <vt:lpstr>1_Office-tema</vt:lpstr>
      <vt:lpstr>USN Bokmål</vt:lpstr>
      <vt:lpstr>Data Mining &amp; Analytics Utvalg, distribusjoner, sannsynlighet og korrelasjoner</vt:lpstr>
      <vt:lpstr>PowerPoint-presentasjon</vt:lpstr>
      <vt:lpstr>Plan for dagen</vt:lpstr>
      <vt:lpstr>Del 1: Utvalg, distribusjoner og sannsynlighet</vt:lpstr>
      <vt:lpstr>Hvorfor bør vi kunne litt statistikk?</vt:lpstr>
      <vt:lpstr>«Frekventist» eller «probabilist» </vt:lpstr>
      <vt:lpstr>Data</vt:lpstr>
      <vt:lpstr>Populasjon vs. utvalg</vt:lpstr>
      <vt:lpstr>Utvalgsmetoder</vt:lpstr>
      <vt:lpstr>Utvalgsfordeling og standardfeil</vt:lpstr>
      <vt:lpstr>Normalfordelingen</vt:lpstr>
      <vt:lpstr>Er dataene normalfordelte?</vt:lpstr>
      <vt:lpstr>Falsk-positiv paradokset</vt:lpstr>
      <vt:lpstr>Del 2: Korrelasjon</vt:lpstr>
      <vt:lpstr>Pearson korrelasjon (r)</vt:lpstr>
      <vt:lpstr>Anscombes kvartett</vt:lpstr>
      <vt:lpstr>Korrelasjon ≠ kausalitet</vt:lpstr>
      <vt:lpstr>Del 3: Forskningsmetode og statistiske tester</vt:lpstr>
      <vt:lpstr>Hypotesetesting</vt:lpstr>
      <vt:lpstr>Hva betyr egentlig en p-verdi?</vt:lpstr>
      <vt:lpstr>Effektstørrelse: Cohens d</vt:lpstr>
      <vt:lpstr>Styrke (power) og utvalgsstørrelse</vt:lpstr>
      <vt:lpstr>Velge riktig test</vt:lpstr>
      <vt:lpstr>P-hacking</vt:lpstr>
      <vt:lpstr>Sammenligning av ML-modeller</vt:lpstr>
      <vt:lpstr>Takk for i dag! I morgen: regresjon og klassifisering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Introforelesning DMBA 2026</dc:title>
  <dc:creator>Bjørn-Jostein Singstad</dc:creator>
  <cp:lastModifiedBy>Bjørn-Jostein Singstad</cp:lastModifiedBy>
  <cp:revision>9</cp:revision>
  <dcterms:modified xsi:type="dcterms:W3CDTF">2026-09-27T20:32:01Z</dcterms:modified>
</cp:coreProperties>
</file>